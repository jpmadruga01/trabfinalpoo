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1D75F-DAB7-4E46-9DAA-2049C15EFE22}" v="12" dt="2025-11-19T17:50:18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MADRUGA" userId="677093c6-455b-4746-acc7-ed298c1be2f3" providerId="ADAL" clId="{8C990630-C3DF-4259-9DCB-592997A9806E}"/>
    <pc:docChg chg="modSld">
      <pc:chgData name="JOAO MADRUGA" userId="677093c6-455b-4746-acc7-ed298c1be2f3" providerId="ADAL" clId="{8C990630-C3DF-4259-9DCB-592997A9806E}" dt="2025-11-19T18:05:10.700" v="2" actId="207"/>
      <pc:docMkLst>
        <pc:docMk/>
      </pc:docMkLst>
      <pc:sldChg chg="modSp mod">
        <pc:chgData name="JOAO MADRUGA" userId="677093c6-455b-4746-acc7-ed298c1be2f3" providerId="ADAL" clId="{8C990630-C3DF-4259-9DCB-592997A9806E}" dt="2025-11-19T18:04:54.260" v="0" actId="207"/>
        <pc:sldMkLst>
          <pc:docMk/>
          <pc:sldMk cId="0" sldId="259"/>
        </pc:sldMkLst>
        <pc:spChg chg="mod">
          <ac:chgData name="JOAO MADRUGA" userId="677093c6-455b-4746-acc7-ed298c1be2f3" providerId="ADAL" clId="{8C990630-C3DF-4259-9DCB-592997A9806E}" dt="2025-11-19T18:04:54.260" v="0" actId="207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JOAO MADRUGA" userId="677093c6-455b-4746-acc7-ed298c1be2f3" providerId="ADAL" clId="{8C990630-C3DF-4259-9DCB-592997A9806E}" dt="2025-11-19T18:05:03.295" v="1" actId="207"/>
        <pc:sldMkLst>
          <pc:docMk/>
          <pc:sldMk cId="0" sldId="260"/>
        </pc:sldMkLst>
        <pc:spChg chg="mod">
          <ac:chgData name="JOAO MADRUGA" userId="677093c6-455b-4746-acc7-ed298c1be2f3" providerId="ADAL" clId="{8C990630-C3DF-4259-9DCB-592997A9806E}" dt="2025-11-19T18:05:03.295" v="1" actId="207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JOAO MADRUGA" userId="677093c6-455b-4746-acc7-ed298c1be2f3" providerId="ADAL" clId="{8C990630-C3DF-4259-9DCB-592997A9806E}" dt="2025-11-19T18:05:10.700" v="2" actId="207"/>
        <pc:sldMkLst>
          <pc:docMk/>
          <pc:sldMk cId="0" sldId="261"/>
        </pc:sldMkLst>
        <pc:spChg chg="mod">
          <ac:chgData name="JOAO MADRUGA" userId="677093c6-455b-4746-acc7-ed298c1be2f3" providerId="ADAL" clId="{8C990630-C3DF-4259-9DCB-592997A9806E}" dt="2025-11-19T18:05:10.700" v="2" actId="207"/>
          <ac:spMkLst>
            <pc:docMk/>
            <pc:sldMk cId="0" sldId="261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18872F-3DBA-4FB8-9BE2-84121D59194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FCA3DCD-CCC4-47F1-B0A3-0F8AAD37DD22}">
      <dgm:prSet/>
      <dgm:spPr/>
      <dgm:t>
        <a:bodyPr/>
        <a:lstStyle/>
        <a:p>
          <a:pPr>
            <a:defRPr cap="all"/>
          </a:pPr>
          <a:r>
            <a:rPr lang="pt-BR"/>
            <a:t>Desenvolver uma aplicação completa em Java</a:t>
          </a:r>
          <a:endParaRPr lang="en-US"/>
        </a:p>
      </dgm:t>
    </dgm:pt>
    <dgm:pt modelId="{113674D7-6C08-402E-A9E5-6F43D41636AF}" type="parTrans" cxnId="{C3E715D2-B9D1-40CA-937B-31C6DA431F16}">
      <dgm:prSet/>
      <dgm:spPr/>
      <dgm:t>
        <a:bodyPr/>
        <a:lstStyle/>
        <a:p>
          <a:endParaRPr lang="en-US"/>
        </a:p>
      </dgm:t>
    </dgm:pt>
    <dgm:pt modelId="{475D04D7-909A-46A7-8548-CA50C3F1562C}" type="sibTrans" cxnId="{C3E715D2-B9D1-40CA-937B-31C6DA431F16}">
      <dgm:prSet/>
      <dgm:spPr/>
      <dgm:t>
        <a:bodyPr/>
        <a:lstStyle/>
        <a:p>
          <a:endParaRPr lang="en-US"/>
        </a:p>
      </dgm:t>
    </dgm:pt>
    <dgm:pt modelId="{DB21681C-BD89-46DF-9A8B-9857561A800F}">
      <dgm:prSet/>
      <dgm:spPr/>
      <dgm:t>
        <a:bodyPr/>
        <a:lstStyle/>
        <a:p>
          <a:pPr>
            <a:defRPr cap="all"/>
          </a:pPr>
          <a:r>
            <a:rPr lang="pt-BR"/>
            <a:t>Interface gráfica usando Swing</a:t>
          </a:r>
          <a:endParaRPr lang="en-US"/>
        </a:p>
      </dgm:t>
    </dgm:pt>
    <dgm:pt modelId="{EC4FFD40-18BA-459F-B531-D5E79B99AA3B}" type="parTrans" cxnId="{46A7C3B7-89B7-4E7F-84EE-7742C20821E9}">
      <dgm:prSet/>
      <dgm:spPr/>
      <dgm:t>
        <a:bodyPr/>
        <a:lstStyle/>
        <a:p>
          <a:endParaRPr lang="en-US"/>
        </a:p>
      </dgm:t>
    </dgm:pt>
    <dgm:pt modelId="{3D2E0B93-CFDE-4428-8F7A-6469588288A7}" type="sibTrans" cxnId="{46A7C3B7-89B7-4E7F-84EE-7742C20821E9}">
      <dgm:prSet/>
      <dgm:spPr/>
      <dgm:t>
        <a:bodyPr/>
        <a:lstStyle/>
        <a:p>
          <a:endParaRPr lang="en-US"/>
        </a:p>
      </dgm:t>
    </dgm:pt>
    <dgm:pt modelId="{95AEABF0-DE72-4CE9-9FA8-399385DC97F6}">
      <dgm:prSet/>
      <dgm:spPr/>
      <dgm:t>
        <a:bodyPr/>
        <a:lstStyle/>
        <a:p>
          <a:pPr>
            <a:defRPr cap="all"/>
          </a:pPr>
          <a:r>
            <a:rPr lang="pt-BR"/>
            <a:t>Manipulação de tarefas: criar, editar, excluir e concluir</a:t>
          </a:r>
          <a:endParaRPr lang="en-US"/>
        </a:p>
      </dgm:t>
    </dgm:pt>
    <dgm:pt modelId="{A981B981-5D30-4D8D-989C-A9E4EF24F732}" type="parTrans" cxnId="{04826142-14EE-45BA-A981-E7F346D0EB66}">
      <dgm:prSet/>
      <dgm:spPr/>
      <dgm:t>
        <a:bodyPr/>
        <a:lstStyle/>
        <a:p>
          <a:endParaRPr lang="en-US"/>
        </a:p>
      </dgm:t>
    </dgm:pt>
    <dgm:pt modelId="{E7342BED-B53A-4746-85ED-F659885EA5E7}" type="sibTrans" cxnId="{04826142-14EE-45BA-A981-E7F346D0EB66}">
      <dgm:prSet/>
      <dgm:spPr/>
      <dgm:t>
        <a:bodyPr/>
        <a:lstStyle/>
        <a:p>
          <a:endParaRPr lang="en-US"/>
        </a:p>
      </dgm:t>
    </dgm:pt>
    <dgm:pt modelId="{B0EB2060-E01A-464B-A930-80610CDE8A27}">
      <dgm:prSet/>
      <dgm:spPr/>
      <dgm:t>
        <a:bodyPr/>
        <a:lstStyle/>
        <a:p>
          <a:pPr>
            <a:defRPr cap="all"/>
          </a:pPr>
          <a:r>
            <a:rPr lang="pt-BR"/>
            <a:t>Implementar persistência e filtros avançados</a:t>
          </a:r>
          <a:endParaRPr lang="en-US"/>
        </a:p>
      </dgm:t>
    </dgm:pt>
    <dgm:pt modelId="{0267DB15-EF8D-4F72-AFED-1F874B1FBA1F}" type="parTrans" cxnId="{CB0E6ABB-ED60-45A9-B9EF-90EAA0C5E669}">
      <dgm:prSet/>
      <dgm:spPr/>
      <dgm:t>
        <a:bodyPr/>
        <a:lstStyle/>
        <a:p>
          <a:endParaRPr lang="en-US"/>
        </a:p>
      </dgm:t>
    </dgm:pt>
    <dgm:pt modelId="{305EBD96-DCC2-4CE4-9FDF-0240B5BA515B}" type="sibTrans" cxnId="{CB0E6ABB-ED60-45A9-B9EF-90EAA0C5E669}">
      <dgm:prSet/>
      <dgm:spPr/>
      <dgm:t>
        <a:bodyPr/>
        <a:lstStyle/>
        <a:p>
          <a:endParaRPr lang="en-US"/>
        </a:p>
      </dgm:t>
    </dgm:pt>
    <dgm:pt modelId="{A8C727EC-1AF0-48D1-AB34-465350A1F7C1}" type="pres">
      <dgm:prSet presAssocID="{9718872F-3DBA-4FB8-9BE2-84121D591946}" presName="root" presStyleCnt="0">
        <dgm:presLayoutVars>
          <dgm:dir/>
          <dgm:resizeHandles val="exact"/>
        </dgm:presLayoutVars>
      </dgm:prSet>
      <dgm:spPr/>
    </dgm:pt>
    <dgm:pt modelId="{2E5FD301-F74E-4996-A398-D6A2E7F0FE1E}" type="pres">
      <dgm:prSet presAssocID="{BFCA3DCD-CCC4-47F1-B0A3-0F8AAD37DD22}" presName="compNode" presStyleCnt="0"/>
      <dgm:spPr/>
    </dgm:pt>
    <dgm:pt modelId="{87B3913B-7CFA-4C6D-9DDF-2C5129271C3A}" type="pres">
      <dgm:prSet presAssocID="{BFCA3DCD-CCC4-47F1-B0A3-0F8AAD37DD22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72E4599-171A-4DDE-AA65-1E6857334FA6}" type="pres">
      <dgm:prSet presAssocID="{BFCA3DCD-CCC4-47F1-B0A3-0F8AAD37DD2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25BAB055-05AD-4D7F-839D-B97650AACB72}" type="pres">
      <dgm:prSet presAssocID="{BFCA3DCD-CCC4-47F1-B0A3-0F8AAD37DD22}" presName="spaceRect" presStyleCnt="0"/>
      <dgm:spPr/>
    </dgm:pt>
    <dgm:pt modelId="{E10AA0FE-2B26-409D-86E2-5B62E60420C7}" type="pres">
      <dgm:prSet presAssocID="{BFCA3DCD-CCC4-47F1-B0A3-0F8AAD37DD22}" presName="textRect" presStyleLbl="revTx" presStyleIdx="0" presStyleCnt="4">
        <dgm:presLayoutVars>
          <dgm:chMax val="1"/>
          <dgm:chPref val="1"/>
        </dgm:presLayoutVars>
      </dgm:prSet>
      <dgm:spPr/>
    </dgm:pt>
    <dgm:pt modelId="{3A6341B0-0226-4C25-B4DE-2A2862870B39}" type="pres">
      <dgm:prSet presAssocID="{475D04D7-909A-46A7-8548-CA50C3F1562C}" presName="sibTrans" presStyleCnt="0"/>
      <dgm:spPr/>
    </dgm:pt>
    <dgm:pt modelId="{23AF7C47-E247-4025-9EA1-5DB1E224E64B}" type="pres">
      <dgm:prSet presAssocID="{DB21681C-BD89-46DF-9A8B-9857561A800F}" presName="compNode" presStyleCnt="0"/>
      <dgm:spPr/>
    </dgm:pt>
    <dgm:pt modelId="{E3AC9126-CCEB-4E74-A1CF-8BA6F9AAB01E}" type="pres">
      <dgm:prSet presAssocID="{DB21681C-BD89-46DF-9A8B-9857561A800F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8C71E25-5A06-4CB4-A8A3-29E875370BD9}" type="pres">
      <dgm:prSet presAssocID="{DB21681C-BD89-46DF-9A8B-9857561A800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9ADB67EB-3D94-40A4-B58D-A31869FC464F}" type="pres">
      <dgm:prSet presAssocID="{DB21681C-BD89-46DF-9A8B-9857561A800F}" presName="spaceRect" presStyleCnt="0"/>
      <dgm:spPr/>
    </dgm:pt>
    <dgm:pt modelId="{F5BB80BE-C0F7-4A18-9968-B6EBB94E33AB}" type="pres">
      <dgm:prSet presAssocID="{DB21681C-BD89-46DF-9A8B-9857561A800F}" presName="textRect" presStyleLbl="revTx" presStyleIdx="1" presStyleCnt="4">
        <dgm:presLayoutVars>
          <dgm:chMax val="1"/>
          <dgm:chPref val="1"/>
        </dgm:presLayoutVars>
      </dgm:prSet>
      <dgm:spPr/>
    </dgm:pt>
    <dgm:pt modelId="{B7D5D0DD-5D97-4136-A18F-BDF469758481}" type="pres">
      <dgm:prSet presAssocID="{3D2E0B93-CFDE-4428-8F7A-6469588288A7}" presName="sibTrans" presStyleCnt="0"/>
      <dgm:spPr/>
    </dgm:pt>
    <dgm:pt modelId="{620DF897-6CD0-44BB-84BB-076D0D9C4D30}" type="pres">
      <dgm:prSet presAssocID="{95AEABF0-DE72-4CE9-9FA8-399385DC97F6}" presName="compNode" presStyleCnt="0"/>
      <dgm:spPr/>
    </dgm:pt>
    <dgm:pt modelId="{58125C93-1D6D-4FC3-AB05-03EA9042F5AA}" type="pres">
      <dgm:prSet presAssocID="{95AEABF0-DE72-4CE9-9FA8-399385DC97F6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417F9BD-05C1-4514-9D45-47CDF76C6B4B}" type="pres">
      <dgm:prSet presAssocID="{95AEABF0-DE72-4CE9-9FA8-399385DC97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5525304-5B08-4771-9C1E-089DF5B821A2}" type="pres">
      <dgm:prSet presAssocID="{95AEABF0-DE72-4CE9-9FA8-399385DC97F6}" presName="spaceRect" presStyleCnt="0"/>
      <dgm:spPr/>
    </dgm:pt>
    <dgm:pt modelId="{EA718C10-6215-4024-8CCF-58C62C0BD4B7}" type="pres">
      <dgm:prSet presAssocID="{95AEABF0-DE72-4CE9-9FA8-399385DC97F6}" presName="textRect" presStyleLbl="revTx" presStyleIdx="2" presStyleCnt="4">
        <dgm:presLayoutVars>
          <dgm:chMax val="1"/>
          <dgm:chPref val="1"/>
        </dgm:presLayoutVars>
      </dgm:prSet>
      <dgm:spPr/>
    </dgm:pt>
    <dgm:pt modelId="{986814C3-6851-4547-A704-1FDE4AA67766}" type="pres">
      <dgm:prSet presAssocID="{E7342BED-B53A-4746-85ED-F659885EA5E7}" presName="sibTrans" presStyleCnt="0"/>
      <dgm:spPr/>
    </dgm:pt>
    <dgm:pt modelId="{16D98E26-2C67-41CF-AAD8-52C7FB050C08}" type="pres">
      <dgm:prSet presAssocID="{B0EB2060-E01A-464B-A930-80610CDE8A27}" presName="compNode" presStyleCnt="0"/>
      <dgm:spPr/>
    </dgm:pt>
    <dgm:pt modelId="{D3D9CE09-7A15-47A7-AC16-B69491B37479}" type="pres">
      <dgm:prSet presAssocID="{B0EB2060-E01A-464B-A930-80610CDE8A27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F35307E-F06D-40E6-A680-72AEC4451719}" type="pres">
      <dgm:prSet presAssocID="{B0EB2060-E01A-464B-A930-80610CDE8A2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95073F29-7BD3-421C-AA8E-380026430AAF}" type="pres">
      <dgm:prSet presAssocID="{B0EB2060-E01A-464B-A930-80610CDE8A27}" presName="spaceRect" presStyleCnt="0"/>
      <dgm:spPr/>
    </dgm:pt>
    <dgm:pt modelId="{1AE524DF-1C55-46A7-B92D-AAD550EB5B39}" type="pres">
      <dgm:prSet presAssocID="{B0EB2060-E01A-464B-A930-80610CDE8A2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DE711D-8F8C-4406-B04C-EBCED580E186}" type="presOf" srcId="{DB21681C-BD89-46DF-9A8B-9857561A800F}" destId="{F5BB80BE-C0F7-4A18-9968-B6EBB94E33AB}" srcOrd="0" destOrd="0" presId="urn:microsoft.com/office/officeart/2018/5/layout/IconLeafLabelList"/>
    <dgm:cxn modelId="{10F3313C-5256-4811-83CA-4FDEC7B9DEAC}" type="presOf" srcId="{95AEABF0-DE72-4CE9-9FA8-399385DC97F6}" destId="{EA718C10-6215-4024-8CCF-58C62C0BD4B7}" srcOrd="0" destOrd="0" presId="urn:microsoft.com/office/officeart/2018/5/layout/IconLeafLabelList"/>
    <dgm:cxn modelId="{754AD060-4CED-4700-A044-04BD2B728887}" type="presOf" srcId="{9718872F-3DBA-4FB8-9BE2-84121D591946}" destId="{A8C727EC-1AF0-48D1-AB34-465350A1F7C1}" srcOrd="0" destOrd="0" presId="urn:microsoft.com/office/officeart/2018/5/layout/IconLeafLabelList"/>
    <dgm:cxn modelId="{04826142-14EE-45BA-A981-E7F346D0EB66}" srcId="{9718872F-3DBA-4FB8-9BE2-84121D591946}" destId="{95AEABF0-DE72-4CE9-9FA8-399385DC97F6}" srcOrd="2" destOrd="0" parTransId="{A981B981-5D30-4D8D-989C-A9E4EF24F732}" sibTransId="{E7342BED-B53A-4746-85ED-F659885EA5E7}"/>
    <dgm:cxn modelId="{D644D04C-1B27-456A-9EA4-A1241DEDE985}" type="presOf" srcId="{BFCA3DCD-CCC4-47F1-B0A3-0F8AAD37DD22}" destId="{E10AA0FE-2B26-409D-86E2-5B62E60420C7}" srcOrd="0" destOrd="0" presId="urn:microsoft.com/office/officeart/2018/5/layout/IconLeafLabelList"/>
    <dgm:cxn modelId="{46A7C3B7-89B7-4E7F-84EE-7742C20821E9}" srcId="{9718872F-3DBA-4FB8-9BE2-84121D591946}" destId="{DB21681C-BD89-46DF-9A8B-9857561A800F}" srcOrd="1" destOrd="0" parTransId="{EC4FFD40-18BA-459F-B531-D5E79B99AA3B}" sibTransId="{3D2E0B93-CFDE-4428-8F7A-6469588288A7}"/>
    <dgm:cxn modelId="{CB0E6ABB-ED60-45A9-B9EF-90EAA0C5E669}" srcId="{9718872F-3DBA-4FB8-9BE2-84121D591946}" destId="{B0EB2060-E01A-464B-A930-80610CDE8A27}" srcOrd="3" destOrd="0" parTransId="{0267DB15-EF8D-4F72-AFED-1F874B1FBA1F}" sibTransId="{305EBD96-DCC2-4CE4-9FDF-0240B5BA515B}"/>
    <dgm:cxn modelId="{C3E715D2-B9D1-40CA-937B-31C6DA431F16}" srcId="{9718872F-3DBA-4FB8-9BE2-84121D591946}" destId="{BFCA3DCD-CCC4-47F1-B0A3-0F8AAD37DD22}" srcOrd="0" destOrd="0" parTransId="{113674D7-6C08-402E-A9E5-6F43D41636AF}" sibTransId="{475D04D7-909A-46A7-8548-CA50C3F1562C}"/>
    <dgm:cxn modelId="{B3B3D5DD-99C1-4E84-9BAC-637468063A73}" type="presOf" srcId="{B0EB2060-E01A-464B-A930-80610CDE8A27}" destId="{1AE524DF-1C55-46A7-B92D-AAD550EB5B39}" srcOrd="0" destOrd="0" presId="urn:microsoft.com/office/officeart/2018/5/layout/IconLeafLabelList"/>
    <dgm:cxn modelId="{F3B178D6-F0CF-4AA5-9674-76B131671696}" type="presParOf" srcId="{A8C727EC-1AF0-48D1-AB34-465350A1F7C1}" destId="{2E5FD301-F74E-4996-A398-D6A2E7F0FE1E}" srcOrd="0" destOrd="0" presId="urn:microsoft.com/office/officeart/2018/5/layout/IconLeafLabelList"/>
    <dgm:cxn modelId="{D5EFD303-37CD-45F4-A43C-3823CCCA9F88}" type="presParOf" srcId="{2E5FD301-F74E-4996-A398-D6A2E7F0FE1E}" destId="{87B3913B-7CFA-4C6D-9DDF-2C5129271C3A}" srcOrd="0" destOrd="0" presId="urn:microsoft.com/office/officeart/2018/5/layout/IconLeafLabelList"/>
    <dgm:cxn modelId="{325B41E4-CEC3-4D9C-A35A-B071F4E59403}" type="presParOf" srcId="{2E5FD301-F74E-4996-A398-D6A2E7F0FE1E}" destId="{D72E4599-171A-4DDE-AA65-1E6857334FA6}" srcOrd="1" destOrd="0" presId="urn:microsoft.com/office/officeart/2018/5/layout/IconLeafLabelList"/>
    <dgm:cxn modelId="{D628FB3D-D933-4FAD-B80C-ABCE0A1B140E}" type="presParOf" srcId="{2E5FD301-F74E-4996-A398-D6A2E7F0FE1E}" destId="{25BAB055-05AD-4D7F-839D-B97650AACB72}" srcOrd="2" destOrd="0" presId="urn:microsoft.com/office/officeart/2018/5/layout/IconLeafLabelList"/>
    <dgm:cxn modelId="{2EC094FC-716E-454A-8999-34B590169993}" type="presParOf" srcId="{2E5FD301-F74E-4996-A398-D6A2E7F0FE1E}" destId="{E10AA0FE-2B26-409D-86E2-5B62E60420C7}" srcOrd="3" destOrd="0" presId="urn:microsoft.com/office/officeart/2018/5/layout/IconLeafLabelList"/>
    <dgm:cxn modelId="{FBA937EC-7221-4E8D-A8E7-9C22FE498419}" type="presParOf" srcId="{A8C727EC-1AF0-48D1-AB34-465350A1F7C1}" destId="{3A6341B0-0226-4C25-B4DE-2A2862870B39}" srcOrd="1" destOrd="0" presId="urn:microsoft.com/office/officeart/2018/5/layout/IconLeafLabelList"/>
    <dgm:cxn modelId="{0AC88588-C1A0-499B-A1E2-B2ADC951C3FA}" type="presParOf" srcId="{A8C727EC-1AF0-48D1-AB34-465350A1F7C1}" destId="{23AF7C47-E247-4025-9EA1-5DB1E224E64B}" srcOrd="2" destOrd="0" presId="urn:microsoft.com/office/officeart/2018/5/layout/IconLeafLabelList"/>
    <dgm:cxn modelId="{92579605-5DB2-4443-8D63-70CC7761799C}" type="presParOf" srcId="{23AF7C47-E247-4025-9EA1-5DB1E224E64B}" destId="{E3AC9126-CCEB-4E74-A1CF-8BA6F9AAB01E}" srcOrd="0" destOrd="0" presId="urn:microsoft.com/office/officeart/2018/5/layout/IconLeafLabelList"/>
    <dgm:cxn modelId="{28C2A78B-B130-4608-8165-352D19224BE5}" type="presParOf" srcId="{23AF7C47-E247-4025-9EA1-5DB1E224E64B}" destId="{88C71E25-5A06-4CB4-A8A3-29E875370BD9}" srcOrd="1" destOrd="0" presId="urn:microsoft.com/office/officeart/2018/5/layout/IconLeafLabelList"/>
    <dgm:cxn modelId="{EA82750E-93F1-4630-806E-B219CF6D0DE6}" type="presParOf" srcId="{23AF7C47-E247-4025-9EA1-5DB1E224E64B}" destId="{9ADB67EB-3D94-40A4-B58D-A31869FC464F}" srcOrd="2" destOrd="0" presId="urn:microsoft.com/office/officeart/2018/5/layout/IconLeafLabelList"/>
    <dgm:cxn modelId="{58801C1E-8A6C-4409-85A2-E092201593B2}" type="presParOf" srcId="{23AF7C47-E247-4025-9EA1-5DB1E224E64B}" destId="{F5BB80BE-C0F7-4A18-9968-B6EBB94E33AB}" srcOrd="3" destOrd="0" presId="urn:microsoft.com/office/officeart/2018/5/layout/IconLeafLabelList"/>
    <dgm:cxn modelId="{79E3ED03-4A5D-4998-8F8C-6866A65D46EF}" type="presParOf" srcId="{A8C727EC-1AF0-48D1-AB34-465350A1F7C1}" destId="{B7D5D0DD-5D97-4136-A18F-BDF469758481}" srcOrd="3" destOrd="0" presId="urn:microsoft.com/office/officeart/2018/5/layout/IconLeafLabelList"/>
    <dgm:cxn modelId="{EEE8229B-751B-4251-A60E-532C30418406}" type="presParOf" srcId="{A8C727EC-1AF0-48D1-AB34-465350A1F7C1}" destId="{620DF897-6CD0-44BB-84BB-076D0D9C4D30}" srcOrd="4" destOrd="0" presId="urn:microsoft.com/office/officeart/2018/5/layout/IconLeafLabelList"/>
    <dgm:cxn modelId="{85F8BB50-CBA1-4E2F-A106-02C5A06CE5AA}" type="presParOf" srcId="{620DF897-6CD0-44BB-84BB-076D0D9C4D30}" destId="{58125C93-1D6D-4FC3-AB05-03EA9042F5AA}" srcOrd="0" destOrd="0" presId="urn:microsoft.com/office/officeart/2018/5/layout/IconLeafLabelList"/>
    <dgm:cxn modelId="{EAC89D68-A99C-4014-B221-340511E743EE}" type="presParOf" srcId="{620DF897-6CD0-44BB-84BB-076D0D9C4D30}" destId="{E417F9BD-05C1-4514-9D45-47CDF76C6B4B}" srcOrd="1" destOrd="0" presId="urn:microsoft.com/office/officeart/2018/5/layout/IconLeafLabelList"/>
    <dgm:cxn modelId="{458C18A5-496A-4EA4-A47B-57BDF39998E2}" type="presParOf" srcId="{620DF897-6CD0-44BB-84BB-076D0D9C4D30}" destId="{85525304-5B08-4771-9C1E-089DF5B821A2}" srcOrd="2" destOrd="0" presId="urn:microsoft.com/office/officeart/2018/5/layout/IconLeafLabelList"/>
    <dgm:cxn modelId="{8C45D873-2D33-4A65-A7BD-E6EEDF1B2AF3}" type="presParOf" srcId="{620DF897-6CD0-44BB-84BB-076D0D9C4D30}" destId="{EA718C10-6215-4024-8CCF-58C62C0BD4B7}" srcOrd="3" destOrd="0" presId="urn:microsoft.com/office/officeart/2018/5/layout/IconLeafLabelList"/>
    <dgm:cxn modelId="{A9C27C64-9B14-4AA8-BFB4-50A058BAC0CF}" type="presParOf" srcId="{A8C727EC-1AF0-48D1-AB34-465350A1F7C1}" destId="{986814C3-6851-4547-A704-1FDE4AA67766}" srcOrd="5" destOrd="0" presId="urn:microsoft.com/office/officeart/2018/5/layout/IconLeafLabelList"/>
    <dgm:cxn modelId="{CCAEDC20-4E42-4D2E-AC82-0E9AEDAE3D78}" type="presParOf" srcId="{A8C727EC-1AF0-48D1-AB34-465350A1F7C1}" destId="{16D98E26-2C67-41CF-AAD8-52C7FB050C08}" srcOrd="6" destOrd="0" presId="urn:microsoft.com/office/officeart/2018/5/layout/IconLeafLabelList"/>
    <dgm:cxn modelId="{F4086FE8-4F2E-4A5C-80D3-B4D09D79F6A2}" type="presParOf" srcId="{16D98E26-2C67-41CF-AAD8-52C7FB050C08}" destId="{D3D9CE09-7A15-47A7-AC16-B69491B37479}" srcOrd="0" destOrd="0" presId="urn:microsoft.com/office/officeart/2018/5/layout/IconLeafLabelList"/>
    <dgm:cxn modelId="{C4CC242B-6168-4DDF-AD7E-862F9C7EDCCD}" type="presParOf" srcId="{16D98E26-2C67-41CF-AAD8-52C7FB050C08}" destId="{2F35307E-F06D-40E6-A680-72AEC4451719}" srcOrd="1" destOrd="0" presId="urn:microsoft.com/office/officeart/2018/5/layout/IconLeafLabelList"/>
    <dgm:cxn modelId="{B8493762-B14B-4D27-BDC8-51737D1D7048}" type="presParOf" srcId="{16D98E26-2C67-41CF-AAD8-52C7FB050C08}" destId="{95073F29-7BD3-421C-AA8E-380026430AAF}" srcOrd="2" destOrd="0" presId="urn:microsoft.com/office/officeart/2018/5/layout/IconLeafLabelList"/>
    <dgm:cxn modelId="{FB8225B3-1573-41BC-95F7-C7FF877B3744}" type="presParOf" srcId="{16D98E26-2C67-41CF-AAD8-52C7FB050C08}" destId="{1AE524DF-1C55-46A7-B92D-AAD550EB5B3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720A90-0B61-41BF-B312-311D35969C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2AC06EC-3B63-4CB4-B2C4-53417A9D6640}">
      <dgm:prSet/>
      <dgm:spPr/>
      <dgm:t>
        <a:bodyPr/>
        <a:lstStyle/>
        <a:p>
          <a:r>
            <a:rPr lang="en-US"/>
            <a:t>JTable para exibição das tarefas</a:t>
          </a:r>
        </a:p>
      </dgm:t>
    </dgm:pt>
    <dgm:pt modelId="{7AED178D-0A1E-4AE1-83AC-87F454CBACB0}" type="parTrans" cxnId="{6833E88C-922A-43D5-BEE2-76849D41DD9C}">
      <dgm:prSet/>
      <dgm:spPr/>
      <dgm:t>
        <a:bodyPr/>
        <a:lstStyle/>
        <a:p>
          <a:endParaRPr lang="en-US"/>
        </a:p>
      </dgm:t>
    </dgm:pt>
    <dgm:pt modelId="{CB9BE304-B5A7-42D5-AF51-763863A30BF6}" type="sibTrans" cxnId="{6833E88C-922A-43D5-BEE2-76849D41DD9C}">
      <dgm:prSet/>
      <dgm:spPr/>
      <dgm:t>
        <a:bodyPr/>
        <a:lstStyle/>
        <a:p>
          <a:endParaRPr lang="en-US"/>
        </a:p>
      </dgm:t>
    </dgm:pt>
    <dgm:pt modelId="{3C1F8234-2C4D-416E-B397-00ACA227BD20}">
      <dgm:prSet/>
      <dgm:spPr/>
      <dgm:t>
        <a:bodyPr/>
        <a:lstStyle/>
        <a:p>
          <a:r>
            <a:rPr lang="en-US" dirty="0" err="1"/>
            <a:t>JDialog</a:t>
          </a:r>
          <a:r>
            <a:rPr lang="en-US" dirty="0"/>
            <a:t> para </a:t>
          </a:r>
          <a:r>
            <a:rPr lang="en-US" dirty="0" err="1"/>
            <a:t>criação</a:t>
          </a:r>
          <a:r>
            <a:rPr lang="en-US" dirty="0"/>
            <a:t> e </a:t>
          </a:r>
          <a:r>
            <a:rPr lang="en-US" dirty="0" err="1"/>
            <a:t>edição</a:t>
          </a:r>
          <a:endParaRPr lang="en-US" dirty="0"/>
        </a:p>
      </dgm:t>
    </dgm:pt>
    <dgm:pt modelId="{029B392E-F0A4-4F14-8A3F-2A4A8D906128}" type="parTrans" cxnId="{E2612E61-BF65-4C15-8E2A-271A5FBBA5D6}">
      <dgm:prSet/>
      <dgm:spPr/>
      <dgm:t>
        <a:bodyPr/>
        <a:lstStyle/>
        <a:p>
          <a:endParaRPr lang="en-US"/>
        </a:p>
      </dgm:t>
    </dgm:pt>
    <dgm:pt modelId="{FAF33D05-9C3C-48E2-8E34-1876BE5AF31A}" type="sibTrans" cxnId="{E2612E61-BF65-4C15-8E2A-271A5FBBA5D6}">
      <dgm:prSet/>
      <dgm:spPr/>
      <dgm:t>
        <a:bodyPr/>
        <a:lstStyle/>
        <a:p>
          <a:endParaRPr lang="en-US"/>
        </a:p>
      </dgm:t>
    </dgm:pt>
    <dgm:pt modelId="{A38CF1EE-B0C9-436E-89E9-13CD84C0B877}">
      <dgm:prSet/>
      <dgm:spPr/>
      <dgm:t>
        <a:bodyPr/>
        <a:lstStyle/>
        <a:p>
          <a:r>
            <a:rPr lang="en-US"/>
            <a:t>Menus e ações com JMenuBar</a:t>
          </a:r>
        </a:p>
      </dgm:t>
    </dgm:pt>
    <dgm:pt modelId="{86DDA890-C1FD-45EA-ADEF-0D49475A90C0}" type="parTrans" cxnId="{B3125BB1-D223-4A38-935D-F4E59741D3D5}">
      <dgm:prSet/>
      <dgm:spPr/>
      <dgm:t>
        <a:bodyPr/>
        <a:lstStyle/>
        <a:p>
          <a:endParaRPr lang="en-US"/>
        </a:p>
      </dgm:t>
    </dgm:pt>
    <dgm:pt modelId="{BC8D459D-A776-48C7-AA99-052AF1FEA426}" type="sibTrans" cxnId="{B3125BB1-D223-4A38-935D-F4E59741D3D5}">
      <dgm:prSet/>
      <dgm:spPr/>
      <dgm:t>
        <a:bodyPr/>
        <a:lstStyle/>
        <a:p>
          <a:endParaRPr lang="en-US"/>
        </a:p>
      </dgm:t>
    </dgm:pt>
    <dgm:pt modelId="{EF85B561-DD7F-451B-8422-B26EBB8DB7B5}">
      <dgm:prSet/>
      <dgm:spPr/>
      <dgm:t>
        <a:bodyPr/>
        <a:lstStyle/>
        <a:p>
          <a:r>
            <a:rPr lang="en-US"/>
            <a:t>TaskTableModel customizado</a:t>
          </a:r>
        </a:p>
      </dgm:t>
    </dgm:pt>
    <dgm:pt modelId="{3569286A-81DB-47EC-8B09-A709839CE7F3}" type="parTrans" cxnId="{7AFA84B4-2155-41FE-A6C7-263C633C7948}">
      <dgm:prSet/>
      <dgm:spPr/>
      <dgm:t>
        <a:bodyPr/>
        <a:lstStyle/>
        <a:p>
          <a:endParaRPr lang="en-US"/>
        </a:p>
      </dgm:t>
    </dgm:pt>
    <dgm:pt modelId="{23B05443-6279-4BD1-9641-8733833DB004}" type="sibTrans" cxnId="{7AFA84B4-2155-41FE-A6C7-263C633C7948}">
      <dgm:prSet/>
      <dgm:spPr/>
      <dgm:t>
        <a:bodyPr/>
        <a:lstStyle/>
        <a:p>
          <a:endParaRPr lang="en-US"/>
        </a:p>
      </dgm:t>
    </dgm:pt>
    <dgm:pt modelId="{45793F8E-D4E0-4F4B-BAA2-8C0AED70CF04}" type="pres">
      <dgm:prSet presAssocID="{51720A90-0B61-41BF-B312-311D35969C20}" presName="linear" presStyleCnt="0">
        <dgm:presLayoutVars>
          <dgm:animLvl val="lvl"/>
          <dgm:resizeHandles val="exact"/>
        </dgm:presLayoutVars>
      </dgm:prSet>
      <dgm:spPr/>
    </dgm:pt>
    <dgm:pt modelId="{E174FD6B-1869-406E-945C-F2B3341B788F}" type="pres">
      <dgm:prSet presAssocID="{42AC06EC-3B63-4CB4-B2C4-53417A9D664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E307555-988A-4B4B-82BC-04DC5F2E902F}" type="pres">
      <dgm:prSet presAssocID="{CB9BE304-B5A7-42D5-AF51-763863A30BF6}" presName="spacer" presStyleCnt="0"/>
      <dgm:spPr/>
    </dgm:pt>
    <dgm:pt modelId="{D6C399AB-06D4-44B3-B050-8138EEC07F99}" type="pres">
      <dgm:prSet presAssocID="{3C1F8234-2C4D-416E-B397-00ACA227BD2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C9CB8D2-F2EC-4FA5-BED6-4546642FD5F4}" type="pres">
      <dgm:prSet presAssocID="{FAF33D05-9C3C-48E2-8E34-1876BE5AF31A}" presName="spacer" presStyleCnt="0"/>
      <dgm:spPr/>
    </dgm:pt>
    <dgm:pt modelId="{1E195503-4490-4195-AC40-9BD32DDAB90F}" type="pres">
      <dgm:prSet presAssocID="{A38CF1EE-B0C9-436E-89E9-13CD84C0B87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2990A3-E1C6-4DA5-822C-D5EF6075033F}" type="pres">
      <dgm:prSet presAssocID="{BC8D459D-A776-48C7-AA99-052AF1FEA426}" presName="spacer" presStyleCnt="0"/>
      <dgm:spPr/>
    </dgm:pt>
    <dgm:pt modelId="{C3F5FD93-2FD2-4DF6-9A45-5BF31C1E7F2E}" type="pres">
      <dgm:prSet presAssocID="{EF85B561-DD7F-451B-8422-B26EBB8DB7B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9A8251E-69E8-42E5-A4EA-F73C5C2F053D}" type="presOf" srcId="{51720A90-0B61-41BF-B312-311D35969C20}" destId="{45793F8E-D4E0-4F4B-BAA2-8C0AED70CF04}" srcOrd="0" destOrd="0" presId="urn:microsoft.com/office/officeart/2005/8/layout/vList2"/>
    <dgm:cxn modelId="{71C8E33B-703D-4EAF-8F31-3FF10FBEF4A1}" type="presOf" srcId="{42AC06EC-3B63-4CB4-B2C4-53417A9D6640}" destId="{E174FD6B-1869-406E-945C-F2B3341B788F}" srcOrd="0" destOrd="0" presId="urn:microsoft.com/office/officeart/2005/8/layout/vList2"/>
    <dgm:cxn modelId="{E2612E61-BF65-4C15-8E2A-271A5FBBA5D6}" srcId="{51720A90-0B61-41BF-B312-311D35969C20}" destId="{3C1F8234-2C4D-416E-B397-00ACA227BD20}" srcOrd="1" destOrd="0" parTransId="{029B392E-F0A4-4F14-8A3F-2A4A8D906128}" sibTransId="{FAF33D05-9C3C-48E2-8E34-1876BE5AF31A}"/>
    <dgm:cxn modelId="{E3CF4245-AC98-4B76-A7B8-20D70CB32907}" type="presOf" srcId="{EF85B561-DD7F-451B-8422-B26EBB8DB7B5}" destId="{C3F5FD93-2FD2-4DF6-9A45-5BF31C1E7F2E}" srcOrd="0" destOrd="0" presId="urn:microsoft.com/office/officeart/2005/8/layout/vList2"/>
    <dgm:cxn modelId="{32E2C07B-F648-4C9C-91CA-CEE98C226CAA}" type="presOf" srcId="{3C1F8234-2C4D-416E-B397-00ACA227BD20}" destId="{D6C399AB-06D4-44B3-B050-8138EEC07F99}" srcOrd="0" destOrd="0" presId="urn:microsoft.com/office/officeart/2005/8/layout/vList2"/>
    <dgm:cxn modelId="{6833E88C-922A-43D5-BEE2-76849D41DD9C}" srcId="{51720A90-0B61-41BF-B312-311D35969C20}" destId="{42AC06EC-3B63-4CB4-B2C4-53417A9D6640}" srcOrd="0" destOrd="0" parTransId="{7AED178D-0A1E-4AE1-83AC-87F454CBACB0}" sibTransId="{CB9BE304-B5A7-42D5-AF51-763863A30BF6}"/>
    <dgm:cxn modelId="{300F23AE-8C3C-4A57-ABB1-B2A69B156E51}" type="presOf" srcId="{A38CF1EE-B0C9-436E-89E9-13CD84C0B877}" destId="{1E195503-4490-4195-AC40-9BD32DDAB90F}" srcOrd="0" destOrd="0" presId="urn:microsoft.com/office/officeart/2005/8/layout/vList2"/>
    <dgm:cxn modelId="{B3125BB1-D223-4A38-935D-F4E59741D3D5}" srcId="{51720A90-0B61-41BF-B312-311D35969C20}" destId="{A38CF1EE-B0C9-436E-89E9-13CD84C0B877}" srcOrd="2" destOrd="0" parTransId="{86DDA890-C1FD-45EA-ADEF-0D49475A90C0}" sibTransId="{BC8D459D-A776-48C7-AA99-052AF1FEA426}"/>
    <dgm:cxn modelId="{7AFA84B4-2155-41FE-A6C7-263C633C7948}" srcId="{51720A90-0B61-41BF-B312-311D35969C20}" destId="{EF85B561-DD7F-451B-8422-B26EBB8DB7B5}" srcOrd="3" destOrd="0" parTransId="{3569286A-81DB-47EC-8B09-A709839CE7F3}" sibTransId="{23B05443-6279-4BD1-9641-8733833DB004}"/>
    <dgm:cxn modelId="{A9C0FD9D-FCB3-4511-9A57-0C6070AF8130}" type="presParOf" srcId="{45793F8E-D4E0-4F4B-BAA2-8C0AED70CF04}" destId="{E174FD6B-1869-406E-945C-F2B3341B788F}" srcOrd="0" destOrd="0" presId="urn:microsoft.com/office/officeart/2005/8/layout/vList2"/>
    <dgm:cxn modelId="{FBCD9A17-807A-437B-8147-8C1A6A8EFFAA}" type="presParOf" srcId="{45793F8E-D4E0-4F4B-BAA2-8C0AED70CF04}" destId="{FE307555-988A-4B4B-82BC-04DC5F2E902F}" srcOrd="1" destOrd="0" presId="urn:microsoft.com/office/officeart/2005/8/layout/vList2"/>
    <dgm:cxn modelId="{09B03921-2BE7-4932-9305-6BD7F8521AA7}" type="presParOf" srcId="{45793F8E-D4E0-4F4B-BAA2-8C0AED70CF04}" destId="{D6C399AB-06D4-44B3-B050-8138EEC07F99}" srcOrd="2" destOrd="0" presId="urn:microsoft.com/office/officeart/2005/8/layout/vList2"/>
    <dgm:cxn modelId="{FD8C6454-F58E-4E9D-959F-1B6042C679D7}" type="presParOf" srcId="{45793F8E-D4E0-4F4B-BAA2-8C0AED70CF04}" destId="{CC9CB8D2-F2EC-4FA5-BED6-4546642FD5F4}" srcOrd="3" destOrd="0" presId="urn:microsoft.com/office/officeart/2005/8/layout/vList2"/>
    <dgm:cxn modelId="{6C217EA9-FC0D-47F3-9AD8-128D8BD9ACD3}" type="presParOf" srcId="{45793F8E-D4E0-4F4B-BAA2-8C0AED70CF04}" destId="{1E195503-4490-4195-AC40-9BD32DDAB90F}" srcOrd="4" destOrd="0" presId="urn:microsoft.com/office/officeart/2005/8/layout/vList2"/>
    <dgm:cxn modelId="{CA87C8BB-ECB4-42BD-8508-D5077C179918}" type="presParOf" srcId="{45793F8E-D4E0-4F4B-BAA2-8C0AED70CF04}" destId="{362990A3-E1C6-4DA5-822C-D5EF6075033F}" srcOrd="5" destOrd="0" presId="urn:microsoft.com/office/officeart/2005/8/layout/vList2"/>
    <dgm:cxn modelId="{57126A37-0466-42BC-B768-49B5565BFEEC}" type="presParOf" srcId="{45793F8E-D4E0-4F4B-BAA2-8C0AED70CF04}" destId="{C3F5FD93-2FD2-4DF6-9A45-5BF31C1E7F2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91D397-0D72-407A-BF3B-3CC7B62D690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A42C337-AFC1-407E-8AF9-5CC913B1A84D}">
      <dgm:prSet/>
      <dgm:spPr/>
      <dgm:t>
        <a:bodyPr/>
        <a:lstStyle/>
        <a:p>
          <a:r>
            <a:rPr lang="en-US"/>
            <a:t>1. Model (Task, TaskStatus, TaskPriority)</a:t>
          </a:r>
        </a:p>
      </dgm:t>
    </dgm:pt>
    <dgm:pt modelId="{E64D357A-4849-47E7-AA1B-78CAEF45BBF1}" type="parTrans" cxnId="{961E390F-3FF1-4AAC-A46A-D7AE74EF946D}">
      <dgm:prSet/>
      <dgm:spPr/>
      <dgm:t>
        <a:bodyPr/>
        <a:lstStyle/>
        <a:p>
          <a:endParaRPr lang="en-US"/>
        </a:p>
      </dgm:t>
    </dgm:pt>
    <dgm:pt modelId="{9A60489C-DE66-4383-908F-962323F1F6D7}" type="sibTrans" cxnId="{961E390F-3FF1-4AAC-A46A-D7AE74EF946D}">
      <dgm:prSet/>
      <dgm:spPr/>
      <dgm:t>
        <a:bodyPr/>
        <a:lstStyle/>
        <a:p>
          <a:endParaRPr lang="en-US"/>
        </a:p>
      </dgm:t>
    </dgm:pt>
    <dgm:pt modelId="{A711CBFB-D538-4A06-962C-C808B2387FAC}">
      <dgm:prSet/>
      <dgm:spPr/>
      <dgm:t>
        <a:bodyPr/>
        <a:lstStyle/>
        <a:p>
          <a:r>
            <a:rPr lang="en-US"/>
            <a:t>2. Repository (InMemoryTaskRepository)</a:t>
          </a:r>
        </a:p>
      </dgm:t>
    </dgm:pt>
    <dgm:pt modelId="{97721C8B-B5C9-4199-9919-5951EA7FD39D}" type="parTrans" cxnId="{33C42BF1-57E6-4B44-883E-03D2CF64D0DD}">
      <dgm:prSet/>
      <dgm:spPr/>
      <dgm:t>
        <a:bodyPr/>
        <a:lstStyle/>
        <a:p>
          <a:endParaRPr lang="en-US"/>
        </a:p>
      </dgm:t>
    </dgm:pt>
    <dgm:pt modelId="{332BA61A-8395-4019-B812-8719E26A9E89}" type="sibTrans" cxnId="{33C42BF1-57E6-4B44-883E-03D2CF64D0DD}">
      <dgm:prSet/>
      <dgm:spPr/>
      <dgm:t>
        <a:bodyPr/>
        <a:lstStyle/>
        <a:p>
          <a:endParaRPr lang="en-US"/>
        </a:p>
      </dgm:t>
    </dgm:pt>
    <dgm:pt modelId="{037A5B5A-1D1C-4C93-85DA-2C18D96DC867}">
      <dgm:prSet/>
      <dgm:spPr/>
      <dgm:t>
        <a:bodyPr/>
        <a:lstStyle/>
        <a:p>
          <a:r>
            <a:rPr lang="en-US"/>
            <a:t>3. Service (TaskService)</a:t>
          </a:r>
        </a:p>
      </dgm:t>
    </dgm:pt>
    <dgm:pt modelId="{C0BE1724-74A7-4EC7-AFDF-D0742A98653F}" type="parTrans" cxnId="{340AC986-FBB0-471A-8FF1-D248C24FD778}">
      <dgm:prSet/>
      <dgm:spPr/>
      <dgm:t>
        <a:bodyPr/>
        <a:lstStyle/>
        <a:p>
          <a:endParaRPr lang="en-US"/>
        </a:p>
      </dgm:t>
    </dgm:pt>
    <dgm:pt modelId="{420627DE-9738-4772-B71D-9AB233323C3C}" type="sibTrans" cxnId="{340AC986-FBB0-471A-8FF1-D248C24FD778}">
      <dgm:prSet/>
      <dgm:spPr/>
      <dgm:t>
        <a:bodyPr/>
        <a:lstStyle/>
        <a:p>
          <a:endParaRPr lang="en-US"/>
        </a:p>
      </dgm:t>
    </dgm:pt>
    <dgm:pt modelId="{165D253E-4E27-4FA3-90C3-21893533ABAB}">
      <dgm:prSet/>
      <dgm:spPr/>
      <dgm:t>
        <a:bodyPr/>
        <a:lstStyle/>
        <a:p>
          <a:r>
            <a:rPr lang="en-US"/>
            <a:t>4. UI (MainFrame, TaskDialog, JTable)</a:t>
          </a:r>
        </a:p>
      </dgm:t>
    </dgm:pt>
    <dgm:pt modelId="{B2B0EB45-394C-4BBB-8EA0-6ECB6BB89BB6}" type="parTrans" cxnId="{02DD243E-84ED-47EB-85F5-681FF1693F9D}">
      <dgm:prSet/>
      <dgm:spPr/>
      <dgm:t>
        <a:bodyPr/>
        <a:lstStyle/>
        <a:p>
          <a:endParaRPr lang="en-US"/>
        </a:p>
      </dgm:t>
    </dgm:pt>
    <dgm:pt modelId="{B351CBAD-D765-4B0F-B07F-2C1501812717}" type="sibTrans" cxnId="{02DD243E-84ED-47EB-85F5-681FF1693F9D}">
      <dgm:prSet/>
      <dgm:spPr/>
      <dgm:t>
        <a:bodyPr/>
        <a:lstStyle/>
        <a:p>
          <a:endParaRPr lang="en-US"/>
        </a:p>
      </dgm:t>
    </dgm:pt>
    <dgm:pt modelId="{D8AC947C-52D6-4892-B129-CB7CBFEA8A19}" type="pres">
      <dgm:prSet presAssocID="{1E91D397-0D72-407A-BF3B-3CC7B62D6909}" presName="linear" presStyleCnt="0">
        <dgm:presLayoutVars>
          <dgm:animLvl val="lvl"/>
          <dgm:resizeHandles val="exact"/>
        </dgm:presLayoutVars>
      </dgm:prSet>
      <dgm:spPr/>
    </dgm:pt>
    <dgm:pt modelId="{4E38836C-3C8E-4396-8F7D-11A80CDFFA21}" type="pres">
      <dgm:prSet presAssocID="{DA42C337-AFC1-407E-8AF9-5CC913B1A84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F88BD4-D2A0-4CD1-9F09-1374BA08AEFB}" type="pres">
      <dgm:prSet presAssocID="{9A60489C-DE66-4383-908F-962323F1F6D7}" presName="spacer" presStyleCnt="0"/>
      <dgm:spPr/>
    </dgm:pt>
    <dgm:pt modelId="{C620B56A-FFB2-4AF2-9994-4E2CF9C262EA}" type="pres">
      <dgm:prSet presAssocID="{A711CBFB-D538-4A06-962C-C808B2387FA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EAAA819-4DD9-4488-ACB0-062481E9DDFE}" type="pres">
      <dgm:prSet presAssocID="{332BA61A-8395-4019-B812-8719E26A9E89}" presName="spacer" presStyleCnt="0"/>
      <dgm:spPr/>
    </dgm:pt>
    <dgm:pt modelId="{8AB6ECD8-BF63-4DC7-8B92-06C4B7634027}" type="pres">
      <dgm:prSet presAssocID="{037A5B5A-1D1C-4C93-85DA-2C18D96DC8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22D4358-63BC-477E-B000-165C7923B70F}" type="pres">
      <dgm:prSet presAssocID="{420627DE-9738-4772-B71D-9AB233323C3C}" presName="spacer" presStyleCnt="0"/>
      <dgm:spPr/>
    </dgm:pt>
    <dgm:pt modelId="{BBC78F43-15EF-4F09-8A44-06C2961A6212}" type="pres">
      <dgm:prSet presAssocID="{165D253E-4E27-4FA3-90C3-21893533ABA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61E390F-3FF1-4AAC-A46A-D7AE74EF946D}" srcId="{1E91D397-0D72-407A-BF3B-3CC7B62D6909}" destId="{DA42C337-AFC1-407E-8AF9-5CC913B1A84D}" srcOrd="0" destOrd="0" parTransId="{E64D357A-4849-47E7-AA1B-78CAEF45BBF1}" sibTransId="{9A60489C-DE66-4383-908F-962323F1F6D7}"/>
    <dgm:cxn modelId="{B46AA63C-DE41-42F5-8F1F-4F9252ABA340}" type="presOf" srcId="{DA42C337-AFC1-407E-8AF9-5CC913B1A84D}" destId="{4E38836C-3C8E-4396-8F7D-11A80CDFFA21}" srcOrd="0" destOrd="0" presId="urn:microsoft.com/office/officeart/2005/8/layout/vList2"/>
    <dgm:cxn modelId="{02DD243E-84ED-47EB-85F5-681FF1693F9D}" srcId="{1E91D397-0D72-407A-BF3B-3CC7B62D6909}" destId="{165D253E-4E27-4FA3-90C3-21893533ABAB}" srcOrd="3" destOrd="0" parTransId="{B2B0EB45-394C-4BBB-8EA0-6ECB6BB89BB6}" sibTransId="{B351CBAD-D765-4B0F-B07F-2C1501812717}"/>
    <dgm:cxn modelId="{340AC986-FBB0-471A-8FF1-D248C24FD778}" srcId="{1E91D397-0D72-407A-BF3B-3CC7B62D6909}" destId="{037A5B5A-1D1C-4C93-85DA-2C18D96DC867}" srcOrd="2" destOrd="0" parTransId="{C0BE1724-74A7-4EC7-AFDF-D0742A98653F}" sibTransId="{420627DE-9738-4772-B71D-9AB233323C3C}"/>
    <dgm:cxn modelId="{3AA4848C-3A3E-43E2-9A19-9CD09641C194}" type="presOf" srcId="{1E91D397-0D72-407A-BF3B-3CC7B62D6909}" destId="{D8AC947C-52D6-4892-B129-CB7CBFEA8A19}" srcOrd="0" destOrd="0" presId="urn:microsoft.com/office/officeart/2005/8/layout/vList2"/>
    <dgm:cxn modelId="{7B204DB8-EC36-46F5-9B11-50BCD6A1D09E}" type="presOf" srcId="{A711CBFB-D538-4A06-962C-C808B2387FAC}" destId="{C620B56A-FFB2-4AF2-9994-4E2CF9C262EA}" srcOrd="0" destOrd="0" presId="urn:microsoft.com/office/officeart/2005/8/layout/vList2"/>
    <dgm:cxn modelId="{1D1BA3BD-2C03-4547-9EE3-5F1F97ABF005}" type="presOf" srcId="{165D253E-4E27-4FA3-90C3-21893533ABAB}" destId="{BBC78F43-15EF-4F09-8A44-06C2961A6212}" srcOrd="0" destOrd="0" presId="urn:microsoft.com/office/officeart/2005/8/layout/vList2"/>
    <dgm:cxn modelId="{4A15C3CC-486D-495A-AA44-56E43283F5B2}" type="presOf" srcId="{037A5B5A-1D1C-4C93-85DA-2C18D96DC867}" destId="{8AB6ECD8-BF63-4DC7-8B92-06C4B7634027}" srcOrd="0" destOrd="0" presId="urn:microsoft.com/office/officeart/2005/8/layout/vList2"/>
    <dgm:cxn modelId="{33C42BF1-57E6-4B44-883E-03D2CF64D0DD}" srcId="{1E91D397-0D72-407A-BF3B-3CC7B62D6909}" destId="{A711CBFB-D538-4A06-962C-C808B2387FAC}" srcOrd="1" destOrd="0" parTransId="{97721C8B-B5C9-4199-9919-5951EA7FD39D}" sibTransId="{332BA61A-8395-4019-B812-8719E26A9E89}"/>
    <dgm:cxn modelId="{5CB3BF19-46F5-41A7-B217-84C8E9F6B38B}" type="presParOf" srcId="{D8AC947C-52D6-4892-B129-CB7CBFEA8A19}" destId="{4E38836C-3C8E-4396-8F7D-11A80CDFFA21}" srcOrd="0" destOrd="0" presId="urn:microsoft.com/office/officeart/2005/8/layout/vList2"/>
    <dgm:cxn modelId="{44E3217F-4053-42DD-A141-0EC3F7835B6C}" type="presParOf" srcId="{D8AC947C-52D6-4892-B129-CB7CBFEA8A19}" destId="{ACF88BD4-D2A0-4CD1-9F09-1374BA08AEFB}" srcOrd="1" destOrd="0" presId="urn:microsoft.com/office/officeart/2005/8/layout/vList2"/>
    <dgm:cxn modelId="{6F39ED15-162B-4E76-99D1-F03F9BBB7528}" type="presParOf" srcId="{D8AC947C-52D6-4892-B129-CB7CBFEA8A19}" destId="{C620B56A-FFB2-4AF2-9994-4E2CF9C262EA}" srcOrd="2" destOrd="0" presId="urn:microsoft.com/office/officeart/2005/8/layout/vList2"/>
    <dgm:cxn modelId="{58734ED3-D2F5-4B67-9EFB-613F754F588B}" type="presParOf" srcId="{D8AC947C-52D6-4892-B129-CB7CBFEA8A19}" destId="{CEAAA819-4DD9-4488-ACB0-062481E9DDFE}" srcOrd="3" destOrd="0" presId="urn:microsoft.com/office/officeart/2005/8/layout/vList2"/>
    <dgm:cxn modelId="{634CB9B8-E932-4CCD-9082-B674503F9D9B}" type="presParOf" srcId="{D8AC947C-52D6-4892-B129-CB7CBFEA8A19}" destId="{8AB6ECD8-BF63-4DC7-8B92-06C4B7634027}" srcOrd="4" destOrd="0" presId="urn:microsoft.com/office/officeart/2005/8/layout/vList2"/>
    <dgm:cxn modelId="{B8C2E494-3674-4CE9-99F1-58C3C4CAA633}" type="presParOf" srcId="{D8AC947C-52D6-4892-B129-CB7CBFEA8A19}" destId="{022D4358-63BC-477E-B000-165C7923B70F}" srcOrd="5" destOrd="0" presId="urn:microsoft.com/office/officeart/2005/8/layout/vList2"/>
    <dgm:cxn modelId="{8C967576-63D4-45E8-BF22-AD20E05924CF}" type="presParOf" srcId="{D8AC947C-52D6-4892-B129-CB7CBFEA8A19}" destId="{BBC78F43-15EF-4F09-8A44-06C2961A621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EDAF86-C9C7-44F7-893F-BA698ECC2E4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16C8C9-2714-4A13-93CC-99E5564BA4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Persistência via arquivo</a:t>
          </a:r>
        </a:p>
      </dgm:t>
    </dgm:pt>
    <dgm:pt modelId="{9EFD0609-6473-4DB4-A0F7-6DF16783A0E1}" type="parTrans" cxnId="{40AF60B8-084C-4269-9E10-06508F588C1C}">
      <dgm:prSet/>
      <dgm:spPr/>
      <dgm:t>
        <a:bodyPr/>
        <a:lstStyle/>
        <a:p>
          <a:endParaRPr lang="en-US"/>
        </a:p>
      </dgm:t>
    </dgm:pt>
    <dgm:pt modelId="{E7FB14BB-188C-404B-AA69-13F740B6F2D9}" type="sibTrans" cxnId="{40AF60B8-084C-4269-9E10-06508F588C1C}">
      <dgm:prSet/>
      <dgm:spPr/>
      <dgm:t>
        <a:bodyPr/>
        <a:lstStyle/>
        <a:p>
          <a:endParaRPr lang="en-US"/>
        </a:p>
      </dgm:t>
    </dgm:pt>
    <dgm:pt modelId="{F2D18676-E6A7-40DA-8200-21301C3E88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Carregamento ao iniciar a aplicação</a:t>
          </a:r>
        </a:p>
      </dgm:t>
    </dgm:pt>
    <dgm:pt modelId="{09A729D8-E7E5-495A-9AFB-80CFA4CF01D5}" type="parTrans" cxnId="{566BB576-3699-4371-A207-9A20B9B49612}">
      <dgm:prSet/>
      <dgm:spPr/>
      <dgm:t>
        <a:bodyPr/>
        <a:lstStyle/>
        <a:p>
          <a:endParaRPr lang="en-US"/>
        </a:p>
      </dgm:t>
    </dgm:pt>
    <dgm:pt modelId="{B67D44A5-0D08-465E-9AAB-D214C94C52F2}" type="sibTrans" cxnId="{566BB576-3699-4371-A207-9A20B9B49612}">
      <dgm:prSet/>
      <dgm:spPr/>
      <dgm:t>
        <a:bodyPr/>
        <a:lstStyle/>
        <a:p>
          <a:endParaRPr lang="en-US"/>
        </a:p>
      </dgm:t>
    </dgm:pt>
    <dgm:pt modelId="{4DC7ABAB-278F-4E79-8393-4E83AE5275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Salvamento após operações CRUD</a:t>
          </a:r>
        </a:p>
      </dgm:t>
    </dgm:pt>
    <dgm:pt modelId="{E5676FA8-696F-4356-91EF-87AC61E4080B}" type="parTrans" cxnId="{F6D68349-6137-4137-874D-67CA3FFE8E8F}">
      <dgm:prSet/>
      <dgm:spPr/>
      <dgm:t>
        <a:bodyPr/>
        <a:lstStyle/>
        <a:p>
          <a:endParaRPr lang="en-US"/>
        </a:p>
      </dgm:t>
    </dgm:pt>
    <dgm:pt modelId="{2DDDE376-7F92-4640-9760-C44D588F81FF}" type="sibTrans" cxnId="{F6D68349-6137-4137-874D-67CA3FFE8E8F}">
      <dgm:prSet/>
      <dgm:spPr/>
      <dgm:t>
        <a:bodyPr/>
        <a:lstStyle/>
        <a:p>
          <a:endParaRPr lang="en-US"/>
        </a:p>
      </dgm:t>
    </dgm:pt>
    <dgm:pt modelId="{B2E0B32C-E6DF-4CF6-A039-C82ABCE63DF5}" type="pres">
      <dgm:prSet presAssocID="{AAEDAF86-C9C7-44F7-893F-BA698ECC2E45}" presName="root" presStyleCnt="0">
        <dgm:presLayoutVars>
          <dgm:dir/>
          <dgm:resizeHandles val="exact"/>
        </dgm:presLayoutVars>
      </dgm:prSet>
      <dgm:spPr/>
    </dgm:pt>
    <dgm:pt modelId="{2C1ABAEC-AB6F-4430-88CD-B3FC17F7AF7E}" type="pres">
      <dgm:prSet presAssocID="{E316C8C9-2714-4A13-93CC-99E5564BA42F}" presName="compNode" presStyleCnt="0"/>
      <dgm:spPr/>
    </dgm:pt>
    <dgm:pt modelId="{503786DB-BE35-404E-AF5B-B08B7D934275}" type="pres">
      <dgm:prSet presAssocID="{E316C8C9-2714-4A13-93CC-99E5564BA42F}" presName="bgRect" presStyleLbl="bgShp" presStyleIdx="0" presStyleCnt="3"/>
      <dgm:spPr/>
    </dgm:pt>
    <dgm:pt modelId="{A42871B7-ACC0-4EA5-8790-D099B3D70174}" type="pres">
      <dgm:prSet presAssocID="{E316C8C9-2714-4A13-93CC-99E5564BA4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B3B1C6D2-47C3-483C-8640-F25A7F127E96}" type="pres">
      <dgm:prSet presAssocID="{E316C8C9-2714-4A13-93CC-99E5564BA42F}" presName="spaceRect" presStyleCnt="0"/>
      <dgm:spPr/>
    </dgm:pt>
    <dgm:pt modelId="{954B1DCD-EBC3-4C6E-A616-0F0285426473}" type="pres">
      <dgm:prSet presAssocID="{E316C8C9-2714-4A13-93CC-99E5564BA42F}" presName="parTx" presStyleLbl="revTx" presStyleIdx="0" presStyleCnt="3">
        <dgm:presLayoutVars>
          <dgm:chMax val="0"/>
          <dgm:chPref val="0"/>
        </dgm:presLayoutVars>
      </dgm:prSet>
      <dgm:spPr/>
    </dgm:pt>
    <dgm:pt modelId="{E19E40CD-A7CB-4840-A1E9-17F7B90290D5}" type="pres">
      <dgm:prSet presAssocID="{E7FB14BB-188C-404B-AA69-13F740B6F2D9}" presName="sibTrans" presStyleCnt="0"/>
      <dgm:spPr/>
    </dgm:pt>
    <dgm:pt modelId="{ED652DF4-7F17-42A2-93BB-8EFEA9FE4652}" type="pres">
      <dgm:prSet presAssocID="{F2D18676-E6A7-40DA-8200-21301C3E88BE}" presName="compNode" presStyleCnt="0"/>
      <dgm:spPr/>
    </dgm:pt>
    <dgm:pt modelId="{07B08E30-779B-4CD0-9C70-5E381E888B74}" type="pres">
      <dgm:prSet presAssocID="{F2D18676-E6A7-40DA-8200-21301C3E88BE}" presName="bgRect" presStyleLbl="bgShp" presStyleIdx="1" presStyleCnt="3"/>
      <dgm:spPr/>
    </dgm:pt>
    <dgm:pt modelId="{44B7E717-F0D2-46B3-84D1-56C564AB2C82}" type="pres">
      <dgm:prSet presAssocID="{F2D18676-E6A7-40DA-8200-21301C3E88B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ário"/>
        </a:ext>
      </dgm:extLst>
    </dgm:pt>
    <dgm:pt modelId="{B1A8E6A4-48E0-4485-A943-D2586754C2E3}" type="pres">
      <dgm:prSet presAssocID="{F2D18676-E6A7-40DA-8200-21301C3E88BE}" presName="spaceRect" presStyleCnt="0"/>
      <dgm:spPr/>
    </dgm:pt>
    <dgm:pt modelId="{320AB86A-1810-42DF-8522-54E5D68572ED}" type="pres">
      <dgm:prSet presAssocID="{F2D18676-E6A7-40DA-8200-21301C3E88BE}" presName="parTx" presStyleLbl="revTx" presStyleIdx="1" presStyleCnt="3">
        <dgm:presLayoutVars>
          <dgm:chMax val="0"/>
          <dgm:chPref val="0"/>
        </dgm:presLayoutVars>
      </dgm:prSet>
      <dgm:spPr/>
    </dgm:pt>
    <dgm:pt modelId="{686FE391-123E-468C-9E7D-CF7718A5BBBC}" type="pres">
      <dgm:prSet presAssocID="{B67D44A5-0D08-465E-9AAB-D214C94C52F2}" presName="sibTrans" presStyleCnt="0"/>
      <dgm:spPr/>
    </dgm:pt>
    <dgm:pt modelId="{70B2BE2D-B41F-42CC-A2D1-9E62FC6314CA}" type="pres">
      <dgm:prSet presAssocID="{4DC7ABAB-278F-4E79-8393-4E83AE527556}" presName="compNode" presStyleCnt="0"/>
      <dgm:spPr/>
    </dgm:pt>
    <dgm:pt modelId="{4B392B64-7C3F-4A7D-AF14-5FB25554627C}" type="pres">
      <dgm:prSet presAssocID="{4DC7ABAB-278F-4E79-8393-4E83AE527556}" presName="bgRect" presStyleLbl="bgShp" presStyleIdx="2" presStyleCnt="3"/>
      <dgm:spPr/>
    </dgm:pt>
    <dgm:pt modelId="{9046B182-4645-4EF0-BE03-DFF53B2FC1BB}" type="pres">
      <dgm:prSet presAssocID="{4DC7ABAB-278F-4E79-8393-4E83AE52755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édico"/>
        </a:ext>
      </dgm:extLst>
    </dgm:pt>
    <dgm:pt modelId="{F5EED4BB-532F-4B5B-AF60-203FABC9AC75}" type="pres">
      <dgm:prSet presAssocID="{4DC7ABAB-278F-4E79-8393-4E83AE527556}" presName="spaceRect" presStyleCnt="0"/>
      <dgm:spPr/>
    </dgm:pt>
    <dgm:pt modelId="{BEAB6F21-C13D-40FC-9C79-6963BDFB67F6}" type="pres">
      <dgm:prSet presAssocID="{4DC7ABAB-278F-4E79-8393-4E83AE52755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6D68349-6137-4137-874D-67CA3FFE8E8F}" srcId="{AAEDAF86-C9C7-44F7-893F-BA698ECC2E45}" destId="{4DC7ABAB-278F-4E79-8393-4E83AE527556}" srcOrd="2" destOrd="0" parTransId="{E5676FA8-696F-4356-91EF-87AC61E4080B}" sibTransId="{2DDDE376-7F92-4640-9760-C44D588F81FF}"/>
    <dgm:cxn modelId="{E7661973-CF48-4B49-A32B-2E5F1876F32E}" type="presOf" srcId="{E316C8C9-2714-4A13-93CC-99E5564BA42F}" destId="{954B1DCD-EBC3-4C6E-A616-0F0285426473}" srcOrd="0" destOrd="0" presId="urn:microsoft.com/office/officeart/2018/2/layout/IconVerticalSolidList"/>
    <dgm:cxn modelId="{566BB576-3699-4371-A207-9A20B9B49612}" srcId="{AAEDAF86-C9C7-44F7-893F-BA698ECC2E45}" destId="{F2D18676-E6A7-40DA-8200-21301C3E88BE}" srcOrd="1" destOrd="0" parTransId="{09A729D8-E7E5-495A-9AFB-80CFA4CF01D5}" sibTransId="{B67D44A5-0D08-465E-9AAB-D214C94C52F2}"/>
    <dgm:cxn modelId="{E0013B8A-D365-400E-BDD7-CE813C96C2E5}" type="presOf" srcId="{F2D18676-E6A7-40DA-8200-21301C3E88BE}" destId="{320AB86A-1810-42DF-8522-54E5D68572ED}" srcOrd="0" destOrd="0" presId="urn:microsoft.com/office/officeart/2018/2/layout/IconVerticalSolidList"/>
    <dgm:cxn modelId="{2F9E8B9F-9E33-4A35-B5FC-257D26676F72}" type="presOf" srcId="{4DC7ABAB-278F-4E79-8393-4E83AE527556}" destId="{BEAB6F21-C13D-40FC-9C79-6963BDFB67F6}" srcOrd="0" destOrd="0" presId="urn:microsoft.com/office/officeart/2018/2/layout/IconVerticalSolidList"/>
    <dgm:cxn modelId="{40AF60B8-084C-4269-9E10-06508F588C1C}" srcId="{AAEDAF86-C9C7-44F7-893F-BA698ECC2E45}" destId="{E316C8C9-2714-4A13-93CC-99E5564BA42F}" srcOrd="0" destOrd="0" parTransId="{9EFD0609-6473-4DB4-A0F7-6DF16783A0E1}" sibTransId="{E7FB14BB-188C-404B-AA69-13F740B6F2D9}"/>
    <dgm:cxn modelId="{D0AD7FFB-94A5-4B96-8912-C88F7B848042}" type="presOf" srcId="{AAEDAF86-C9C7-44F7-893F-BA698ECC2E45}" destId="{B2E0B32C-E6DF-4CF6-A039-C82ABCE63DF5}" srcOrd="0" destOrd="0" presId="urn:microsoft.com/office/officeart/2018/2/layout/IconVerticalSolidList"/>
    <dgm:cxn modelId="{F1A812BA-D04F-4208-86F8-955DF680B4A9}" type="presParOf" srcId="{B2E0B32C-E6DF-4CF6-A039-C82ABCE63DF5}" destId="{2C1ABAEC-AB6F-4430-88CD-B3FC17F7AF7E}" srcOrd="0" destOrd="0" presId="urn:microsoft.com/office/officeart/2018/2/layout/IconVerticalSolidList"/>
    <dgm:cxn modelId="{C0A181D3-1285-444B-9592-E45781D58B15}" type="presParOf" srcId="{2C1ABAEC-AB6F-4430-88CD-B3FC17F7AF7E}" destId="{503786DB-BE35-404E-AF5B-B08B7D934275}" srcOrd="0" destOrd="0" presId="urn:microsoft.com/office/officeart/2018/2/layout/IconVerticalSolidList"/>
    <dgm:cxn modelId="{AA9C7F6E-1DAC-4026-93FF-AA39152A268D}" type="presParOf" srcId="{2C1ABAEC-AB6F-4430-88CD-B3FC17F7AF7E}" destId="{A42871B7-ACC0-4EA5-8790-D099B3D70174}" srcOrd="1" destOrd="0" presId="urn:microsoft.com/office/officeart/2018/2/layout/IconVerticalSolidList"/>
    <dgm:cxn modelId="{5F968AC4-02EE-4697-9454-49F74296A5D3}" type="presParOf" srcId="{2C1ABAEC-AB6F-4430-88CD-B3FC17F7AF7E}" destId="{B3B1C6D2-47C3-483C-8640-F25A7F127E96}" srcOrd="2" destOrd="0" presId="urn:microsoft.com/office/officeart/2018/2/layout/IconVerticalSolidList"/>
    <dgm:cxn modelId="{E38AC796-908E-48DC-9AED-24A710B8CCFA}" type="presParOf" srcId="{2C1ABAEC-AB6F-4430-88CD-B3FC17F7AF7E}" destId="{954B1DCD-EBC3-4C6E-A616-0F0285426473}" srcOrd="3" destOrd="0" presId="urn:microsoft.com/office/officeart/2018/2/layout/IconVerticalSolidList"/>
    <dgm:cxn modelId="{224E8636-51AC-422B-9489-E06A8A0A6E0A}" type="presParOf" srcId="{B2E0B32C-E6DF-4CF6-A039-C82ABCE63DF5}" destId="{E19E40CD-A7CB-4840-A1E9-17F7B90290D5}" srcOrd="1" destOrd="0" presId="urn:microsoft.com/office/officeart/2018/2/layout/IconVerticalSolidList"/>
    <dgm:cxn modelId="{1473D1A7-D88F-43B9-863E-9041D75FEB1E}" type="presParOf" srcId="{B2E0B32C-E6DF-4CF6-A039-C82ABCE63DF5}" destId="{ED652DF4-7F17-42A2-93BB-8EFEA9FE4652}" srcOrd="2" destOrd="0" presId="urn:microsoft.com/office/officeart/2018/2/layout/IconVerticalSolidList"/>
    <dgm:cxn modelId="{C33DDCA2-815A-444E-96AC-7138594DE20A}" type="presParOf" srcId="{ED652DF4-7F17-42A2-93BB-8EFEA9FE4652}" destId="{07B08E30-779B-4CD0-9C70-5E381E888B74}" srcOrd="0" destOrd="0" presId="urn:microsoft.com/office/officeart/2018/2/layout/IconVerticalSolidList"/>
    <dgm:cxn modelId="{58C92C7D-4FD3-4719-9321-5ED2F38F1655}" type="presParOf" srcId="{ED652DF4-7F17-42A2-93BB-8EFEA9FE4652}" destId="{44B7E717-F0D2-46B3-84D1-56C564AB2C82}" srcOrd="1" destOrd="0" presId="urn:microsoft.com/office/officeart/2018/2/layout/IconVerticalSolidList"/>
    <dgm:cxn modelId="{BB3266DA-790C-4248-A776-C157E1559DE2}" type="presParOf" srcId="{ED652DF4-7F17-42A2-93BB-8EFEA9FE4652}" destId="{B1A8E6A4-48E0-4485-A943-D2586754C2E3}" srcOrd="2" destOrd="0" presId="urn:microsoft.com/office/officeart/2018/2/layout/IconVerticalSolidList"/>
    <dgm:cxn modelId="{A014BBD3-A739-4D2C-9123-D518606D2AF2}" type="presParOf" srcId="{ED652DF4-7F17-42A2-93BB-8EFEA9FE4652}" destId="{320AB86A-1810-42DF-8522-54E5D68572ED}" srcOrd="3" destOrd="0" presId="urn:microsoft.com/office/officeart/2018/2/layout/IconVerticalSolidList"/>
    <dgm:cxn modelId="{AB69B3D1-E9D4-437B-A5CE-8D4D4CBE03A7}" type="presParOf" srcId="{B2E0B32C-E6DF-4CF6-A039-C82ABCE63DF5}" destId="{686FE391-123E-468C-9E7D-CF7718A5BBBC}" srcOrd="3" destOrd="0" presId="urn:microsoft.com/office/officeart/2018/2/layout/IconVerticalSolidList"/>
    <dgm:cxn modelId="{D94340A3-1C62-4119-87F5-01518AE76C01}" type="presParOf" srcId="{B2E0B32C-E6DF-4CF6-A039-C82ABCE63DF5}" destId="{70B2BE2D-B41F-42CC-A2D1-9E62FC6314CA}" srcOrd="4" destOrd="0" presId="urn:microsoft.com/office/officeart/2018/2/layout/IconVerticalSolidList"/>
    <dgm:cxn modelId="{87FD3863-C545-42DC-ACD4-79D24FFB0DA3}" type="presParOf" srcId="{70B2BE2D-B41F-42CC-A2D1-9E62FC6314CA}" destId="{4B392B64-7C3F-4A7D-AF14-5FB25554627C}" srcOrd="0" destOrd="0" presId="urn:microsoft.com/office/officeart/2018/2/layout/IconVerticalSolidList"/>
    <dgm:cxn modelId="{C98F57D0-D2CD-4F7A-BE3E-A7D8578C98CD}" type="presParOf" srcId="{70B2BE2D-B41F-42CC-A2D1-9E62FC6314CA}" destId="{9046B182-4645-4EF0-BE03-DFF53B2FC1BB}" srcOrd="1" destOrd="0" presId="urn:microsoft.com/office/officeart/2018/2/layout/IconVerticalSolidList"/>
    <dgm:cxn modelId="{CF5A6210-02D3-42B7-9546-8B1711B99474}" type="presParOf" srcId="{70B2BE2D-B41F-42CC-A2D1-9E62FC6314CA}" destId="{F5EED4BB-532F-4B5B-AF60-203FABC9AC75}" srcOrd="2" destOrd="0" presId="urn:microsoft.com/office/officeart/2018/2/layout/IconVerticalSolidList"/>
    <dgm:cxn modelId="{F517CB0E-0B53-4616-8A2B-9168383E2DA0}" type="presParOf" srcId="{70B2BE2D-B41F-42CC-A2D1-9E62FC6314CA}" destId="{BEAB6F21-C13D-40FC-9C79-6963BDFB67F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B3913B-7CFA-4C6D-9DDF-2C5129271C3A}">
      <dsp:nvSpPr>
        <dsp:cNvPr id="0" name=""/>
        <dsp:cNvSpPr/>
      </dsp:nvSpPr>
      <dsp:spPr>
        <a:xfrm>
          <a:off x="327659" y="653918"/>
          <a:ext cx="1022941" cy="10229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2E4599-171A-4DDE-AA65-1E6857334FA6}">
      <dsp:nvSpPr>
        <dsp:cNvPr id="0" name=""/>
        <dsp:cNvSpPr/>
      </dsp:nvSpPr>
      <dsp:spPr>
        <a:xfrm>
          <a:off x="545663" y="871922"/>
          <a:ext cx="586933" cy="5869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AA0FE-2B26-409D-86E2-5B62E60420C7}">
      <dsp:nvSpPr>
        <dsp:cNvPr id="0" name=""/>
        <dsp:cNvSpPr/>
      </dsp:nvSpPr>
      <dsp:spPr>
        <a:xfrm>
          <a:off x="653" y="1995480"/>
          <a:ext cx="1676953" cy="67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/>
            <a:t>Desenvolver uma aplicação completa em Java</a:t>
          </a:r>
          <a:endParaRPr lang="en-US" sz="1300" kern="1200"/>
        </a:p>
      </dsp:txBody>
      <dsp:txXfrm>
        <a:off x="653" y="1995480"/>
        <a:ext cx="1676953" cy="670781"/>
      </dsp:txXfrm>
    </dsp:sp>
    <dsp:sp modelId="{E3AC9126-CCEB-4E74-A1CF-8BA6F9AAB01E}">
      <dsp:nvSpPr>
        <dsp:cNvPr id="0" name=""/>
        <dsp:cNvSpPr/>
      </dsp:nvSpPr>
      <dsp:spPr>
        <a:xfrm>
          <a:off x="2298079" y="653918"/>
          <a:ext cx="1022941" cy="10229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71E25-5A06-4CB4-A8A3-29E875370BD9}">
      <dsp:nvSpPr>
        <dsp:cNvPr id="0" name=""/>
        <dsp:cNvSpPr/>
      </dsp:nvSpPr>
      <dsp:spPr>
        <a:xfrm>
          <a:off x="2516083" y="871922"/>
          <a:ext cx="586933" cy="5869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B80BE-C0F7-4A18-9968-B6EBB94E33AB}">
      <dsp:nvSpPr>
        <dsp:cNvPr id="0" name=""/>
        <dsp:cNvSpPr/>
      </dsp:nvSpPr>
      <dsp:spPr>
        <a:xfrm>
          <a:off x="1971073" y="1995480"/>
          <a:ext cx="1676953" cy="67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/>
            <a:t>Interface gráfica usando Swing</a:t>
          </a:r>
          <a:endParaRPr lang="en-US" sz="1300" kern="1200"/>
        </a:p>
      </dsp:txBody>
      <dsp:txXfrm>
        <a:off x="1971073" y="1995480"/>
        <a:ext cx="1676953" cy="670781"/>
      </dsp:txXfrm>
    </dsp:sp>
    <dsp:sp modelId="{58125C93-1D6D-4FC3-AB05-03EA9042F5AA}">
      <dsp:nvSpPr>
        <dsp:cNvPr id="0" name=""/>
        <dsp:cNvSpPr/>
      </dsp:nvSpPr>
      <dsp:spPr>
        <a:xfrm>
          <a:off x="4268499" y="653918"/>
          <a:ext cx="1022941" cy="10229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7F9BD-05C1-4514-9D45-47CDF76C6B4B}">
      <dsp:nvSpPr>
        <dsp:cNvPr id="0" name=""/>
        <dsp:cNvSpPr/>
      </dsp:nvSpPr>
      <dsp:spPr>
        <a:xfrm>
          <a:off x="4486503" y="871922"/>
          <a:ext cx="586933" cy="5869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718C10-6215-4024-8CCF-58C62C0BD4B7}">
      <dsp:nvSpPr>
        <dsp:cNvPr id="0" name=""/>
        <dsp:cNvSpPr/>
      </dsp:nvSpPr>
      <dsp:spPr>
        <a:xfrm>
          <a:off x="3941493" y="1995480"/>
          <a:ext cx="1676953" cy="67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/>
            <a:t>Manipulação de tarefas: criar, editar, excluir e concluir</a:t>
          </a:r>
          <a:endParaRPr lang="en-US" sz="1300" kern="1200"/>
        </a:p>
      </dsp:txBody>
      <dsp:txXfrm>
        <a:off x="3941493" y="1995480"/>
        <a:ext cx="1676953" cy="670781"/>
      </dsp:txXfrm>
    </dsp:sp>
    <dsp:sp modelId="{D3D9CE09-7A15-47A7-AC16-B69491B37479}">
      <dsp:nvSpPr>
        <dsp:cNvPr id="0" name=""/>
        <dsp:cNvSpPr/>
      </dsp:nvSpPr>
      <dsp:spPr>
        <a:xfrm>
          <a:off x="6238919" y="653918"/>
          <a:ext cx="1022941" cy="10229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35307E-F06D-40E6-A680-72AEC4451719}">
      <dsp:nvSpPr>
        <dsp:cNvPr id="0" name=""/>
        <dsp:cNvSpPr/>
      </dsp:nvSpPr>
      <dsp:spPr>
        <a:xfrm>
          <a:off x="6456923" y="871922"/>
          <a:ext cx="586933" cy="58693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524DF-1C55-46A7-B92D-AAD550EB5B39}">
      <dsp:nvSpPr>
        <dsp:cNvPr id="0" name=""/>
        <dsp:cNvSpPr/>
      </dsp:nvSpPr>
      <dsp:spPr>
        <a:xfrm>
          <a:off x="5911913" y="1995480"/>
          <a:ext cx="1676953" cy="67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300" kern="1200"/>
            <a:t>Implementar persistência e filtros avançados</a:t>
          </a:r>
          <a:endParaRPr lang="en-US" sz="1300" kern="1200"/>
        </a:p>
      </dsp:txBody>
      <dsp:txXfrm>
        <a:off x="5911913" y="1995480"/>
        <a:ext cx="1676953" cy="6707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74FD6B-1869-406E-945C-F2B3341B788F}">
      <dsp:nvSpPr>
        <dsp:cNvPr id="0" name=""/>
        <dsp:cNvSpPr/>
      </dsp:nvSpPr>
      <dsp:spPr>
        <a:xfrm>
          <a:off x="0" y="1451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JTable para exibição das tarefas</a:t>
          </a:r>
        </a:p>
      </dsp:txBody>
      <dsp:txXfrm>
        <a:off x="50347" y="64858"/>
        <a:ext cx="8128906" cy="930660"/>
      </dsp:txXfrm>
    </dsp:sp>
    <dsp:sp modelId="{D6C399AB-06D4-44B3-B050-8138EEC07F99}">
      <dsp:nvSpPr>
        <dsp:cNvPr id="0" name=""/>
        <dsp:cNvSpPr/>
      </dsp:nvSpPr>
      <dsp:spPr>
        <a:xfrm>
          <a:off x="0" y="116970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/>
            <a:t>JDialog</a:t>
          </a:r>
          <a:r>
            <a:rPr lang="en-US" sz="4300" kern="1200" dirty="0"/>
            <a:t> para </a:t>
          </a:r>
          <a:r>
            <a:rPr lang="en-US" sz="4300" kern="1200" dirty="0" err="1"/>
            <a:t>criação</a:t>
          </a:r>
          <a:r>
            <a:rPr lang="en-US" sz="4300" kern="1200" dirty="0"/>
            <a:t> e </a:t>
          </a:r>
          <a:r>
            <a:rPr lang="en-US" sz="4300" kern="1200" dirty="0" err="1"/>
            <a:t>edição</a:t>
          </a:r>
          <a:endParaRPr lang="en-US" sz="4300" kern="1200" dirty="0"/>
        </a:p>
      </dsp:txBody>
      <dsp:txXfrm>
        <a:off x="50347" y="1220053"/>
        <a:ext cx="8128906" cy="930660"/>
      </dsp:txXfrm>
    </dsp:sp>
    <dsp:sp modelId="{1E195503-4490-4195-AC40-9BD32DDAB90F}">
      <dsp:nvSpPr>
        <dsp:cNvPr id="0" name=""/>
        <dsp:cNvSpPr/>
      </dsp:nvSpPr>
      <dsp:spPr>
        <a:xfrm>
          <a:off x="0" y="232490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Menus e ações com JMenuBar</a:t>
          </a:r>
        </a:p>
      </dsp:txBody>
      <dsp:txXfrm>
        <a:off x="50347" y="2375248"/>
        <a:ext cx="8128906" cy="930660"/>
      </dsp:txXfrm>
    </dsp:sp>
    <dsp:sp modelId="{C3F5FD93-2FD2-4DF6-9A45-5BF31C1E7F2E}">
      <dsp:nvSpPr>
        <dsp:cNvPr id="0" name=""/>
        <dsp:cNvSpPr/>
      </dsp:nvSpPr>
      <dsp:spPr>
        <a:xfrm>
          <a:off x="0" y="348009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TaskTableModel customizado</a:t>
          </a:r>
        </a:p>
      </dsp:txBody>
      <dsp:txXfrm>
        <a:off x="50347" y="3530443"/>
        <a:ext cx="8128906" cy="9306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38836C-3C8E-4396-8F7D-11A80CDFFA21}">
      <dsp:nvSpPr>
        <dsp:cNvPr id="0" name=""/>
        <dsp:cNvSpPr/>
      </dsp:nvSpPr>
      <dsp:spPr>
        <a:xfrm>
          <a:off x="0" y="328251"/>
          <a:ext cx="82296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1. Model (Task, TaskStatus, TaskPriority)</a:t>
          </a:r>
        </a:p>
      </dsp:txBody>
      <dsp:txXfrm>
        <a:off x="43321" y="371572"/>
        <a:ext cx="8142958" cy="800803"/>
      </dsp:txXfrm>
    </dsp:sp>
    <dsp:sp modelId="{C620B56A-FFB2-4AF2-9994-4E2CF9C262EA}">
      <dsp:nvSpPr>
        <dsp:cNvPr id="0" name=""/>
        <dsp:cNvSpPr/>
      </dsp:nvSpPr>
      <dsp:spPr>
        <a:xfrm>
          <a:off x="0" y="1322256"/>
          <a:ext cx="82296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2. Repository (InMemoryTaskRepository)</a:t>
          </a:r>
        </a:p>
      </dsp:txBody>
      <dsp:txXfrm>
        <a:off x="43321" y="1365577"/>
        <a:ext cx="8142958" cy="800803"/>
      </dsp:txXfrm>
    </dsp:sp>
    <dsp:sp modelId="{8AB6ECD8-BF63-4DC7-8B92-06C4B7634027}">
      <dsp:nvSpPr>
        <dsp:cNvPr id="0" name=""/>
        <dsp:cNvSpPr/>
      </dsp:nvSpPr>
      <dsp:spPr>
        <a:xfrm>
          <a:off x="0" y="2316261"/>
          <a:ext cx="82296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3. Service (TaskService)</a:t>
          </a:r>
        </a:p>
      </dsp:txBody>
      <dsp:txXfrm>
        <a:off x="43321" y="2359582"/>
        <a:ext cx="8142958" cy="800803"/>
      </dsp:txXfrm>
    </dsp:sp>
    <dsp:sp modelId="{BBC78F43-15EF-4F09-8A44-06C2961A6212}">
      <dsp:nvSpPr>
        <dsp:cNvPr id="0" name=""/>
        <dsp:cNvSpPr/>
      </dsp:nvSpPr>
      <dsp:spPr>
        <a:xfrm>
          <a:off x="0" y="3310266"/>
          <a:ext cx="82296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4. UI (MainFrame, TaskDialog, JTable)</a:t>
          </a:r>
        </a:p>
      </dsp:txBody>
      <dsp:txXfrm>
        <a:off x="43321" y="3353587"/>
        <a:ext cx="8142958" cy="8008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3786DB-BE35-404E-AF5B-B08B7D934275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2871B7-ACC0-4EA5-8790-D099B3D70174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B1DCD-EBC3-4C6E-A616-0F0285426473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Persistência via arquivo</a:t>
          </a:r>
        </a:p>
      </dsp:txBody>
      <dsp:txXfrm>
        <a:off x="1493203" y="552"/>
        <a:ext cx="6736396" cy="1292816"/>
      </dsp:txXfrm>
    </dsp:sp>
    <dsp:sp modelId="{07B08E30-779B-4CD0-9C70-5E381E888B74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7E717-F0D2-46B3-84D1-56C564AB2C82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0AB86A-1810-42DF-8522-54E5D68572ED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Carregamento ao iniciar a aplicação</a:t>
          </a:r>
        </a:p>
      </dsp:txBody>
      <dsp:txXfrm>
        <a:off x="1493203" y="1616573"/>
        <a:ext cx="6736396" cy="1292816"/>
      </dsp:txXfrm>
    </dsp:sp>
    <dsp:sp modelId="{4B392B64-7C3F-4A7D-AF14-5FB25554627C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46B182-4645-4EF0-BE03-DFF53B2FC1BB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B6F21-C13D-40FC-9C79-6963BDFB67F6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Salvamento após operações CRUD</a:t>
          </a:r>
        </a:p>
      </dsp:txBody>
      <dsp:txXfrm>
        <a:off x="1493203" y="3232593"/>
        <a:ext cx="6736396" cy="129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1" y="3985"/>
            <a:ext cx="7329573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1796" y="1764407"/>
            <a:ext cx="4320635" cy="2310312"/>
          </a:xfrm>
        </p:spPr>
        <p:txBody>
          <a:bodyPr>
            <a:normAutofit/>
          </a:bodyPr>
          <a:lstStyle/>
          <a:p>
            <a:r>
              <a:rPr lang="pt-BR" sz="4500" dirty="0">
                <a:solidFill>
                  <a:schemeClr val="tx2"/>
                </a:solidFill>
              </a:rPr>
              <a:t>Gerenciador de Tarefas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1796" y="4165152"/>
            <a:ext cx="4320635" cy="6820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200">
                <a:solidFill>
                  <a:schemeClr val="tx2"/>
                </a:solidFill>
              </a:rPr>
              <a:t>Nome: João Pedro da Silva Madruga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57200"/>
            <a:ext cx="7934706" cy="1188720"/>
          </a:xfrm>
        </p:spPr>
        <p:txBody>
          <a:bodyPr>
            <a:normAutofit/>
          </a:bodyPr>
          <a:lstStyle/>
          <a:p>
            <a:r>
              <a:rPr lang="pt-BR" sz="3500" dirty="0">
                <a:solidFill>
                  <a:schemeClr val="tx2"/>
                </a:solidFill>
              </a:rPr>
              <a:t>Objetivo do Projeto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553998" y="473861"/>
            <a:ext cx="3142400" cy="2037604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1809166" cy="1810094"/>
            <a:chOff x="-305" y="-1"/>
            <a:chExt cx="3832880" cy="2876136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8CB46377-B9CB-1BA7-2F54-BD0BE4DC6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520123"/>
              </p:ext>
            </p:extLst>
          </p:nvPr>
        </p:nvGraphicFramePr>
        <p:xfrm>
          <a:off x="777240" y="2061289"/>
          <a:ext cx="7589520" cy="3320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37">
            <a:extLst>
              <a:ext uri="{FF2B5EF4-FFF2-40B4-BE49-F238E27FC236}">
                <a16:creationId xmlns:a16="http://schemas.microsoft.com/office/drawing/2014/main" id="{6B92FAF7-0AD3-4B47-9111-D0E9CD79E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6A77139-BADB-4B2C-BD41-B67A4D37D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91644" y="2227167"/>
            <a:ext cx="3252126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41" name="Freeform: Shape 40">
              <a:extLst>
                <a:ext uri="{FF2B5EF4-FFF2-40B4-BE49-F238E27FC236}">
                  <a16:creationId xmlns:a16="http://schemas.microsoft.com/office/drawing/2014/main" id="{DAC7B25D-E1A6-459A-B45A-1912B0CD9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2" name="Freeform: Shape 41">
              <a:extLst>
                <a:ext uri="{FF2B5EF4-FFF2-40B4-BE49-F238E27FC236}">
                  <a16:creationId xmlns:a16="http://schemas.microsoft.com/office/drawing/2014/main" id="{920A7C7E-00F6-490C-A8E7-5167EA6A4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3" name="Freeform: Shape 42">
              <a:extLst>
                <a:ext uri="{FF2B5EF4-FFF2-40B4-BE49-F238E27FC236}">
                  <a16:creationId xmlns:a16="http://schemas.microsoft.com/office/drawing/2014/main" id="{2E166FC5-8F23-41C3-879A-BFF8D5B70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4" name="Freeform: Shape 43">
              <a:extLst>
                <a:ext uri="{FF2B5EF4-FFF2-40B4-BE49-F238E27FC236}">
                  <a16:creationId xmlns:a16="http://schemas.microsoft.com/office/drawing/2014/main" id="{5C727C6A-DB0B-482E-B0E4-4F035FC023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786ABD8-AB9F-46F2-A7D9-36F1F7338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834244" y="0"/>
            <a:ext cx="3512956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B26E49F-E19A-487B-A8A4-A26128CF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E67742-7BE5-458C-BC8D-9EE855763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B03BE98-6C07-41CD-ACA9-5244A3DA1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13CCE92-2C5E-48BC-9713-FBEEDBAE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803" y="797029"/>
            <a:ext cx="3776367" cy="1423032"/>
          </a:xfrm>
        </p:spPr>
        <p:txBody>
          <a:bodyPr anchor="b">
            <a:normAutofit/>
          </a:bodyPr>
          <a:lstStyle/>
          <a:p>
            <a:r>
              <a:rPr lang="pt-BR" sz="3500" dirty="0">
                <a:solidFill>
                  <a:schemeClr val="tx2"/>
                </a:solidFill>
              </a:rPr>
              <a:t>Funcionalidades Principais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245B80E-67B7-612C-A7EC-6F9B79737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170" y="3437496"/>
            <a:ext cx="5086369" cy="340786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2"/>
            <a:ext cx="3415431" cy="3639289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tx2"/>
                </a:solidFill>
              </a:rPr>
              <a:t>Criar novas tarefas</a:t>
            </a:r>
          </a:p>
          <a:p>
            <a:r>
              <a:rPr lang="pt-BR" sz="2000" dirty="0">
                <a:solidFill>
                  <a:schemeClr val="tx2"/>
                </a:solidFill>
              </a:rPr>
              <a:t>Editar tarefas existentes</a:t>
            </a:r>
          </a:p>
          <a:p>
            <a:r>
              <a:rPr lang="pt-BR" sz="2000" dirty="0">
                <a:solidFill>
                  <a:schemeClr val="tx2"/>
                </a:solidFill>
              </a:rPr>
              <a:t>Excluir uma ou várias tarefas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8BB0B6B0-8381-46BD-8348-1EA1AD1AD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528" y="29628"/>
            <a:ext cx="5061011" cy="33908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2818-3B1C-7902-D1F1-65E34128A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661E8-304C-24BF-78D4-9BB4F414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26" y="802955"/>
            <a:ext cx="3599210" cy="1454051"/>
          </a:xfrm>
        </p:spPr>
        <p:txBody>
          <a:bodyPr anchor="b">
            <a:normAutofit/>
          </a:bodyPr>
          <a:lstStyle/>
          <a:p>
            <a:r>
              <a:rPr lang="pt-BR" sz="3500" dirty="0">
                <a:solidFill>
                  <a:schemeClr val="tx2"/>
                </a:solidFill>
              </a:rPr>
              <a:t>Funcionalidades Principais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E69D9-B07D-FA60-F80A-16D61864E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21682"/>
            <a:ext cx="3415431" cy="3639289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tx2"/>
                </a:solidFill>
              </a:rPr>
              <a:t>Marcar tarefa como concluída</a:t>
            </a:r>
          </a:p>
          <a:p>
            <a:r>
              <a:rPr lang="pt-BR" sz="2000" dirty="0">
                <a:solidFill>
                  <a:schemeClr val="tx2"/>
                </a:solidFill>
              </a:rPr>
              <a:t>Listagem completa das tarefas</a:t>
            </a:r>
          </a:p>
          <a:p>
            <a:r>
              <a:rPr lang="pt-BR" sz="2000" dirty="0">
                <a:solidFill>
                  <a:schemeClr val="tx2"/>
                </a:solidFill>
              </a:rPr>
              <a:t>Filtro avançado de tarefas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5955132-9549-C810-8C92-7B5285D9B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935" y="5461"/>
            <a:ext cx="5125065" cy="341285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1096E4C-D9C8-7742-0C24-DDC119E7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935" y="3439356"/>
            <a:ext cx="5125065" cy="341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3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8A3CF4-E56A-6AED-911D-06A49699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656" y="804672"/>
            <a:ext cx="3505790" cy="1848587"/>
          </a:xfrm>
        </p:spPr>
        <p:txBody>
          <a:bodyPr>
            <a:normAutofit/>
          </a:bodyPr>
          <a:lstStyle/>
          <a:p>
            <a:r>
              <a:rPr lang="pt-BR" sz="3500" dirty="0">
                <a:solidFill>
                  <a:schemeClr val="tx2"/>
                </a:solidFill>
              </a:rPr>
              <a:t>Funcionalidades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0EBDA9-1A67-C9E8-C0E7-BEFC7A03C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528" y="2503357"/>
            <a:ext cx="3310918" cy="3531683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tx2"/>
                </a:solidFill>
              </a:rPr>
              <a:t>Persistência de dados (Salvar/Carregar)</a:t>
            </a:r>
          </a:p>
          <a:p>
            <a:r>
              <a:rPr lang="pt-BR" sz="2000" dirty="0">
                <a:solidFill>
                  <a:schemeClr val="tx2"/>
                </a:solidFill>
              </a:rPr>
              <a:t>Menu superior funcional</a:t>
            </a:r>
          </a:p>
          <a:p>
            <a:endParaRPr lang="pt-BR" sz="2000" dirty="0">
              <a:solidFill>
                <a:schemeClr val="tx2"/>
              </a:solidFill>
            </a:endParaRPr>
          </a:p>
          <a:p>
            <a:endParaRPr lang="pt-BR" sz="1600" dirty="0">
              <a:solidFill>
                <a:schemeClr val="tx2"/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D82940A-849C-B52D-9E57-758995813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32" y="0"/>
            <a:ext cx="5114439" cy="342899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1BC7441-2C7A-E81E-9821-8650A701F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301" y="3428999"/>
            <a:ext cx="5100470" cy="340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65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2"/>
                </a:solidFill>
              </a:rPr>
              <a:t>Componentes importantes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C56C5C-D1AD-860B-2C29-F6FD4F033D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tx2"/>
                </a:solidFill>
              </a:rPr>
              <a:t>Arquitetura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em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Camadas</a:t>
            </a:r>
            <a:endParaRPr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A627EE-E10E-2D91-FA7B-668646E098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tx2"/>
                </a:solidFill>
              </a:rPr>
              <a:t>Persistência</a:t>
            </a:r>
            <a:r>
              <a:rPr dirty="0">
                <a:solidFill>
                  <a:schemeClr val="tx2"/>
                </a:solidFill>
              </a:rPr>
              <a:t> de Dados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64B39E-F350-004F-7289-162413975A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243013"/>
            <a:ext cx="2891790" cy="4371974"/>
          </a:xfrm>
        </p:spPr>
        <p:txBody>
          <a:bodyPr>
            <a:normAutofit/>
          </a:bodyPr>
          <a:lstStyle/>
          <a:p>
            <a:r>
              <a:rPr lang="pt-BR" sz="3100" dirty="0">
                <a:solidFill>
                  <a:schemeClr val="tx2"/>
                </a:solidFill>
              </a:rPr>
              <a:t>Testes Realizados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73011" y="5285"/>
            <a:ext cx="5470989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974609" y="1032987"/>
            <a:ext cx="3689331" cy="4792027"/>
          </a:xfrm>
        </p:spPr>
        <p:txBody>
          <a:bodyPr anchor="ctr">
            <a:normAutofit/>
          </a:bodyPr>
          <a:lstStyle/>
          <a:p>
            <a:r>
              <a:rPr sz="2000" dirty="0">
                <a:solidFill>
                  <a:schemeClr val="tx2"/>
                </a:solidFill>
              </a:rPr>
              <a:t>CRUD </a:t>
            </a:r>
            <a:r>
              <a:rPr sz="2000" dirty="0" err="1">
                <a:solidFill>
                  <a:schemeClr val="tx2"/>
                </a:solidFill>
              </a:rPr>
              <a:t>funcionando</a:t>
            </a:r>
            <a:r>
              <a:rPr sz="2000" dirty="0">
                <a:solidFill>
                  <a:schemeClr val="tx2"/>
                </a:solidFill>
              </a:rPr>
              <a:t> (</a:t>
            </a:r>
            <a:r>
              <a:rPr sz="2000" dirty="0" err="1">
                <a:solidFill>
                  <a:schemeClr val="tx2"/>
                </a:solidFill>
              </a:rPr>
              <a:t>Criar</a:t>
            </a:r>
            <a:r>
              <a:rPr sz="2000" dirty="0">
                <a:solidFill>
                  <a:schemeClr val="tx2"/>
                </a:solidFill>
              </a:rPr>
              <a:t>/</a:t>
            </a:r>
            <a:r>
              <a:rPr sz="2000" dirty="0" err="1">
                <a:solidFill>
                  <a:schemeClr val="tx2"/>
                </a:solidFill>
              </a:rPr>
              <a:t>Editar</a:t>
            </a:r>
            <a:r>
              <a:rPr sz="2000" dirty="0">
                <a:solidFill>
                  <a:schemeClr val="tx2"/>
                </a:solidFill>
              </a:rPr>
              <a:t>/</a:t>
            </a:r>
            <a:r>
              <a:rPr sz="2000" dirty="0" err="1">
                <a:solidFill>
                  <a:schemeClr val="tx2"/>
                </a:solidFill>
              </a:rPr>
              <a:t>Excluir</a:t>
            </a:r>
            <a:r>
              <a:rPr sz="2000" dirty="0">
                <a:solidFill>
                  <a:schemeClr val="tx2"/>
                </a:solidFill>
              </a:rPr>
              <a:t>/</a:t>
            </a:r>
            <a:r>
              <a:rPr sz="2000" dirty="0" err="1">
                <a:solidFill>
                  <a:schemeClr val="tx2"/>
                </a:solidFill>
              </a:rPr>
              <a:t>Concluir</a:t>
            </a:r>
            <a:r>
              <a:rPr sz="2000" dirty="0">
                <a:solidFill>
                  <a:schemeClr val="tx2"/>
                </a:solidFill>
              </a:rPr>
              <a:t>)</a:t>
            </a:r>
          </a:p>
          <a:p>
            <a:r>
              <a:rPr sz="2000" dirty="0" err="1">
                <a:solidFill>
                  <a:schemeClr val="tx2"/>
                </a:solidFill>
              </a:rPr>
              <a:t>Filtros</a:t>
            </a:r>
            <a:r>
              <a:rPr sz="2000" dirty="0">
                <a:solidFill>
                  <a:schemeClr val="tx2"/>
                </a:solidFill>
              </a:rPr>
              <a:t> </a:t>
            </a:r>
            <a:r>
              <a:rPr sz="2000" dirty="0" err="1">
                <a:solidFill>
                  <a:schemeClr val="tx2"/>
                </a:solidFill>
              </a:rPr>
              <a:t>aplicando</a:t>
            </a:r>
            <a:r>
              <a:rPr sz="2000" dirty="0">
                <a:solidFill>
                  <a:schemeClr val="tx2"/>
                </a:solidFill>
              </a:rPr>
              <a:t> </a:t>
            </a:r>
            <a:r>
              <a:rPr sz="2000" dirty="0" err="1">
                <a:solidFill>
                  <a:schemeClr val="tx2"/>
                </a:solidFill>
              </a:rPr>
              <a:t>corretamente</a:t>
            </a:r>
            <a:endParaRPr sz="2000" dirty="0">
              <a:solidFill>
                <a:schemeClr val="tx2"/>
              </a:solidFill>
            </a:endParaRPr>
          </a:p>
          <a:p>
            <a:r>
              <a:rPr sz="2000" dirty="0" err="1">
                <a:solidFill>
                  <a:schemeClr val="tx2"/>
                </a:solidFill>
              </a:rPr>
              <a:t>Persistência</a:t>
            </a:r>
            <a:r>
              <a:rPr sz="2000" dirty="0">
                <a:solidFill>
                  <a:schemeClr val="tx2"/>
                </a:solidFill>
              </a:rPr>
              <a:t> </a:t>
            </a:r>
            <a:r>
              <a:rPr sz="2000" dirty="0" err="1">
                <a:solidFill>
                  <a:schemeClr val="tx2"/>
                </a:solidFill>
              </a:rPr>
              <a:t>validada</a:t>
            </a:r>
            <a:endParaRPr sz="2000" dirty="0">
              <a:solidFill>
                <a:schemeClr val="tx2"/>
              </a:solidFill>
            </a:endParaRPr>
          </a:p>
          <a:p>
            <a:r>
              <a:rPr sz="2000" dirty="0" err="1">
                <a:solidFill>
                  <a:schemeClr val="tx2"/>
                </a:solidFill>
              </a:rPr>
              <a:t>Validação</a:t>
            </a:r>
            <a:r>
              <a:rPr sz="2000" dirty="0">
                <a:solidFill>
                  <a:schemeClr val="tx2"/>
                </a:solidFill>
              </a:rPr>
              <a:t> de campos </a:t>
            </a:r>
            <a:r>
              <a:rPr sz="2000" dirty="0" err="1">
                <a:solidFill>
                  <a:schemeClr val="tx2"/>
                </a:solidFill>
              </a:rPr>
              <a:t>obrigatórios</a:t>
            </a:r>
            <a:endParaRPr sz="2000" dirty="0">
              <a:solidFill>
                <a:schemeClr val="tx2"/>
              </a:solidFill>
            </a:endParaRPr>
          </a:p>
          <a:p>
            <a:r>
              <a:rPr sz="2000" dirty="0">
                <a:solidFill>
                  <a:schemeClr val="tx2"/>
                </a:solidFill>
              </a:rPr>
              <a:t>Interface </a:t>
            </a:r>
            <a:r>
              <a:rPr sz="2000" dirty="0" err="1">
                <a:solidFill>
                  <a:schemeClr val="tx2"/>
                </a:solidFill>
              </a:rPr>
              <a:t>responsiva</a:t>
            </a:r>
            <a:r>
              <a:rPr sz="2000" dirty="0">
                <a:solidFill>
                  <a:schemeClr val="tx2"/>
                </a:solidFill>
              </a:rPr>
              <a:t> e </a:t>
            </a:r>
            <a:r>
              <a:rPr sz="2000" dirty="0" err="1">
                <a:solidFill>
                  <a:schemeClr val="tx2"/>
                </a:solidFill>
              </a:rPr>
              <a:t>consistente</a:t>
            </a:r>
            <a:endParaRPr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pt-BR" sz="3100" dirty="0">
                <a:solidFill>
                  <a:schemeClr val="tx2"/>
                </a:solidFill>
              </a:rP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pt-BR" sz="2000" dirty="0">
                <a:solidFill>
                  <a:schemeClr val="tx2"/>
                </a:solidFill>
              </a:rPr>
              <a:t>Aplicação funcional e completa</a:t>
            </a:r>
          </a:p>
          <a:p>
            <a:r>
              <a:rPr lang="pt-BR" sz="2000" dirty="0">
                <a:solidFill>
                  <a:schemeClr val="tx2"/>
                </a:solidFill>
              </a:rPr>
              <a:t>Todos os requisitos atendidos</a:t>
            </a:r>
          </a:p>
          <a:p>
            <a:r>
              <a:rPr lang="pt-BR" sz="2000" dirty="0">
                <a:solidFill>
                  <a:schemeClr val="tx2"/>
                </a:solidFill>
              </a:rPr>
              <a:t>Código organizado em camadas</a:t>
            </a:r>
          </a:p>
          <a:p>
            <a:r>
              <a:rPr lang="pt-BR" sz="2000" dirty="0">
                <a:solidFill>
                  <a:schemeClr val="tx2"/>
                </a:solidFill>
              </a:rPr>
              <a:t>Uso correto de Swing e </a:t>
            </a:r>
            <a:r>
              <a:rPr lang="pt-BR" sz="2000" dirty="0" err="1">
                <a:solidFill>
                  <a:schemeClr val="tx2"/>
                </a:solidFill>
              </a:rPr>
              <a:t>JTable</a:t>
            </a:r>
            <a:endParaRPr lang="pt-B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193</Words>
  <Application>Microsoft Office PowerPoint</Application>
  <PresentationFormat>Apresentação na tela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Gerenciador de Tarefas </vt:lpstr>
      <vt:lpstr>Objetivo do Projeto</vt:lpstr>
      <vt:lpstr>Funcionalidades Principais</vt:lpstr>
      <vt:lpstr>Funcionalidades Principais</vt:lpstr>
      <vt:lpstr>Funcionalidades Principais</vt:lpstr>
      <vt:lpstr>Componentes importantes</vt:lpstr>
      <vt:lpstr>Arquitetura em Camadas</vt:lpstr>
      <vt:lpstr>Persistência de Dados</vt:lpstr>
      <vt:lpstr>Testes Realizados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João Pedro Silva Madruga</dc:creator>
  <cp:keywords/>
  <dc:description>generated using python-pptx</dc:description>
  <cp:lastModifiedBy>JOAO MADRUGA</cp:lastModifiedBy>
  <cp:revision>3</cp:revision>
  <dcterms:created xsi:type="dcterms:W3CDTF">2013-01-27T09:14:16Z</dcterms:created>
  <dcterms:modified xsi:type="dcterms:W3CDTF">2025-11-19T18:05:12Z</dcterms:modified>
  <cp:category/>
</cp:coreProperties>
</file>